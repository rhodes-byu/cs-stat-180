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6"/>
  </p:notesMasterIdLst>
  <p:sldIdLst>
    <p:sldId id="256" r:id="rId2"/>
    <p:sldId id="257" r:id="rId3"/>
    <p:sldId id="261" r:id="rId4"/>
    <p:sldId id="262" r:id="rId5"/>
    <p:sldId id="264" r:id="rId6"/>
    <p:sldId id="265" r:id="rId7"/>
    <p:sldId id="266" r:id="rId8"/>
    <p:sldId id="267" r:id="rId9"/>
    <p:sldId id="268" r:id="rId10"/>
    <p:sldId id="269" r:id="rId11"/>
    <p:sldId id="270" r:id="rId12"/>
    <p:sldId id="271" r:id="rId13"/>
    <p:sldId id="272" r:id="rId14"/>
    <p:sldId id="273" r:id="rId15"/>
  </p:sldIdLst>
  <p:sldSz cx="12192000" cy="6858000"/>
  <p:notesSz cx="7102475" cy="9388475"/>
  <p:embeddedFontLst>
    <p:embeddedFont>
      <p:font typeface="Franklin Gothic" panose="020B0604020202020204" charset="0"/>
      <p:bold r:id="rId17"/>
    </p:embeddedFont>
    <p:embeddedFont>
      <p:font typeface="Libre Franklin" pitchFamily="2" charset="0"/>
      <p:regular r:id="rId18"/>
      <p:bold r:id="rId19"/>
      <p:italic r:id="rId20"/>
      <p:boldItalic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9" roundtripDataSignature="AMtx7mhfDKrfYraVQTmOsaZXXQS4aGPdY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52" d="100"/>
          <a:sy n="152" d="100"/>
        </p:scale>
        <p:origin x="604"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39" Type="http://customschemas.google.com/relationships/presentationmetadata" Target="metadata"/><Relationship Id="rId3" Type="http://schemas.openxmlformats.org/officeDocument/2006/relationships/slide" Target="slides/slide2.xml"/><Relationship Id="rId21" Type="http://schemas.openxmlformats.org/officeDocument/2006/relationships/font" Target="fonts/font5.fntdata"/><Relationship Id="rId42"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77739" cy="471054"/>
          </a:xfrm>
          <a:prstGeom prst="rect">
            <a:avLst/>
          </a:prstGeom>
          <a:noFill/>
          <a:ln>
            <a:noFill/>
          </a:ln>
        </p:spPr>
        <p:txBody>
          <a:bodyPr spcFirstLastPara="1" wrap="square" lIns="94225" tIns="47100" rIns="94225" bIns="471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4023092" y="0"/>
            <a:ext cx="3077739" cy="471054"/>
          </a:xfrm>
          <a:prstGeom prst="rect">
            <a:avLst/>
          </a:prstGeom>
          <a:noFill/>
          <a:ln>
            <a:noFill/>
          </a:ln>
        </p:spPr>
        <p:txBody>
          <a:bodyPr spcFirstLastPara="1" wrap="square" lIns="94225" tIns="47100" rIns="94225" bIns="471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735013" y="1173163"/>
            <a:ext cx="5632450" cy="31686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10248" y="4518204"/>
            <a:ext cx="5681980" cy="3696712"/>
          </a:xfrm>
          <a:prstGeom prst="rect">
            <a:avLst/>
          </a:prstGeom>
          <a:noFill/>
          <a:ln>
            <a:noFill/>
          </a:ln>
        </p:spPr>
        <p:txBody>
          <a:bodyPr spcFirstLastPara="1" wrap="square" lIns="94225" tIns="47100" rIns="94225" bIns="471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917422"/>
            <a:ext cx="3077739" cy="471053"/>
          </a:xfrm>
          <a:prstGeom prst="rect">
            <a:avLst/>
          </a:prstGeom>
          <a:noFill/>
          <a:ln>
            <a:noFill/>
          </a:ln>
        </p:spPr>
        <p:txBody>
          <a:bodyPr spcFirstLastPara="1" wrap="square" lIns="94225" tIns="47100" rIns="94225" bIns="471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4023092" y="8917422"/>
            <a:ext cx="3077739" cy="471053"/>
          </a:xfrm>
          <a:prstGeom prst="rect">
            <a:avLst/>
          </a:prstGeom>
          <a:noFill/>
          <a:ln>
            <a:noFill/>
          </a:ln>
        </p:spPr>
        <p:txBody>
          <a:bodyPr spcFirstLastPara="1" wrap="square" lIns="94225" tIns="47100" rIns="94225" bIns="471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1:notes"/>
          <p:cNvSpPr>
            <a:spLocks noGrp="1" noRot="1" noChangeAspect="1"/>
          </p:cNvSpPr>
          <p:nvPr>
            <p:ph type="sldImg" idx="2"/>
          </p:nvPr>
        </p:nvSpPr>
        <p:spPr>
          <a:xfrm>
            <a:off x="735013" y="1173163"/>
            <a:ext cx="5632450" cy="31686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7" name="Google Shape;97;p1:notes"/>
          <p:cNvSpPr txBox="1">
            <a:spLocks noGrp="1"/>
          </p:cNvSpPr>
          <p:nvPr>
            <p:ph type="body" idx="1"/>
          </p:nvPr>
        </p:nvSpPr>
        <p:spPr>
          <a:xfrm>
            <a:off x="710248" y="4518204"/>
            <a:ext cx="5681980" cy="3696712"/>
          </a:xfrm>
          <a:prstGeom prst="rect">
            <a:avLst/>
          </a:prstGeom>
          <a:noFill/>
          <a:ln>
            <a:noFill/>
          </a:ln>
        </p:spPr>
        <p:txBody>
          <a:bodyPr spcFirstLastPara="1" wrap="square" lIns="94225" tIns="47100" rIns="94225" bIns="47100" anchor="t" anchorCtr="0">
            <a:noAutofit/>
          </a:bodyPr>
          <a:lstStyle/>
          <a:p>
            <a:pPr marL="0" lvl="0" indent="0" algn="l" rtl="0">
              <a:spcBef>
                <a:spcPts val="0"/>
              </a:spcBef>
              <a:spcAft>
                <a:spcPts val="0"/>
              </a:spcAft>
              <a:buNone/>
            </a:pPr>
            <a:r>
              <a:rPr lang="en-US" dirty="0"/>
              <a:t>Prompt: Data Scientists joining together to build the ultimate AI system</a:t>
            </a:r>
            <a:endParaRPr dirty="0"/>
          </a:p>
        </p:txBody>
      </p:sp>
      <p:sp>
        <p:nvSpPr>
          <p:cNvPr id="98" name="Google Shape;98;p1:notes"/>
          <p:cNvSpPr txBox="1">
            <a:spLocks noGrp="1"/>
          </p:cNvSpPr>
          <p:nvPr>
            <p:ph type="sldNum" idx="12"/>
          </p:nvPr>
        </p:nvSpPr>
        <p:spPr>
          <a:xfrm>
            <a:off x="4023092" y="8917422"/>
            <a:ext cx="3077739" cy="471053"/>
          </a:xfrm>
          <a:prstGeom prst="rect">
            <a:avLst/>
          </a:prstGeom>
          <a:noFill/>
          <a:ln>
            <a:noFill/>
          </a:ln>
        </p:spPr>
        <p:txBody>
          <a:bodyPr spcFirstLastPara="1" wrap="square" lIns="94225" tIns="47100" rIns="94225" bIns="471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p5:notes"/>
          <p:cNvSpPr>
            <a:spLocks noGrp="1" noRot="1" noChangeAspect="1"/>
          </p:cNvSpPr>
          <p:nvPr>
            <p:ph type="sldImg" idx="2"/>
          </p:nvPr>
        </p:nvSpPr>
        <p:spPr>
          <a:xfrm>
            <a:off x="735013" y="1173163"/>
            <a:ext cx="5632450" cy="31686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1" name="Google Shape;111;p5:notes"/>
          <p:cNvSpPr txBox="1">
            <a:spLocks noGrp="1"/>
          </p:cNvSpPr>
          <p:nvPr>
            <p:ph type="body" idx="1"/>
          </p:nvPr>
        </p:nvSpPr>
        <p:spPr>
          <a:xfrm>
            <a:off x="710248" y="4518204"/>
            <a:ext cx="5681980" cy="3696712"/>
          </a:xfrm>
          <a:prstGeom prst="rect">
            <a:avLst/>
          </a:prstGeom>
          <a:noFill/>
          <a:ln>
            <a:noFill/>
          </a:ln>
        </p:spPr>
        <p:txBody>
          <a:bodyPr spcFirstLastPara="1" wrap="square" lIns="94225" tIns="47100" rIns="94225" bIns="47100" anchor="t" anchorCtr="0">
            <a:noAutofit/>
          </a:bodyPr>
          <a:lstStyle/>
          <a:p>
            <a:pPr marL="0" lvl="0" indent="0" algn="l" rtl="0">
              <a:spcBef>
                <a:spcPts val="0"/>
              </a:spcBef>
              <a:spcAft>
                <a:spcPts val="0"/>
              </a:spcAft>
              <a:buNone/>
            </a:pPr>
            <a:r>
              <a:rPr lang="en-US"/>
              <a:t>Look up the syntax and usage of REPLACE</a:t>
            </a:r>
            <a:endParaRPr/>
          </a:p>
        </p:txBody>
      </p:sp>
      <p:sp>
        <p:nvSpPr>
          <p:cNvPr id="112" name="Google Shape;112;p5:notes"/>
          <p:cNvSpPr txBox="1">
            <a:spLocks noGrp="1"/>
          </p:cNvSpPr>
          <p:nvPr>
            <p:ph type="sldNum" idx="12"/>
          </p:nvPr>
        </p:nvSpPr>
        <p:spPr>
          <a:xfrm>
            <a:off x="4023092" y="8917422"/>
            <a:ext cx="3077739" cy="471053"/>
          </a:xfrm>
          <a:prstGeom prst="rect">
            <a:avLst/>
          </a:prstGeom>
          <a:noFill/>
          <a:ln>
            <a:noFill/>
          </a:ln>
        </p:spPr>
        <p:txBody>
          <a:bodyPr spcFirstLastPara="1" wrap="square" lIns="94225" tIns="47100" rIns="94225" bIns="471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9:notes"/>
          <p:cNvSpPr txBox="1">
            <a:spLocks noGrp="1"/>
          </p:cNvSpPr>
          <p:nvPr>
            <p:ph type="body" idx="1"/>
          </p:nvPr>
        </p:nvSpPr>
        <p:spPr>
          <a:xfrm>
            <a:off x="710248" y="4518204"/>
            <a:ext cx="5681980" cy="3696712"/>
          </a:xfrm>
          <a:prstGeom prst="rect">
            <a:avLst/>
          </a:prstGeom>
        </p:spPr>
        <p:txBody>
          <a:bodyPr spcFirstLastPara="1" wrap="square" lIns="94225" tIns="47100" rIns="94225" bIns="47100" anchor="t" anchorCtr="0">
            <a:noAutofit/>
          </a:bodyPr>
          <a:lstStyle/>
          <a:p>
            <a:pPr marL="0" lvl="0" indent="0" algn="l" rtl="0">
              <a:spcBef>
                <a:spcPts val="0"/>
              </a:spcBef>
              <a:spcAft>
                <a:spcPts val="0"/>
              </a:spcAft>
              <a:buNone/>
            </a:pPr>
            <a:endParaRPr/>
          </a:p>
        </p:txBody>
      </p:sp>
      <p:sp>
        <p:nvSpPr>
          <p:cNvPr id="157" name="Google Shape;157;p9:notes"/>
          <p:cNvSpPr>
            <a:spLocks noGrp="1" noRot="1" noChangeAspect="1"/>
          </p:cNvSpPr>
          <p:nvPr>
            <p:ph type="sldImg" idx="2"/>
          </p:nvPr>
        </p:nvSpPr>
        <p:spPr>
          <a:xfrm>
            <a:off x="735013" y="1173163"/>
            <a:ext cx="5632450" cy="31686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p10:notes"/>
          <p:cNvSpPr txBox="1">
            <a:spLocks noGrp="1"/>
          </p:cNvSpPr>
          <p:nvPr>
            <p:ph type="body" idx="1"/>
          </p:nvPr>
        </p:nvSpPr>
        <p:spPr>
          <a:xfrm>
            <a:off x="710248" y="4518204"/>
            <a:ext cx="5681980" cy="3696712"/>
          </a:xfrm>
          <a:prstGeom prst="rect">
            <a:avLst/>
          </a:prstGeom>
        </p:spPr>
        <p:txBody>
          <a:bodyPr spcFirstLastPara="1" wrap="square" lIns="94225" tIns="47100" rIns="94225" bIns="47100" anchor="t" anchorCtr="0">
            <a:noAutofit/>
          </a:bodyPr>
          <a:lstStyle/>
          <a:p>
            <a:pPr marL="0" lvl="0" indent="0" algn="l" rtl="0">
              <a:spcBef>
                <a:spcPts val="0"/>
              </a:spcBef>
              <a:spcAft>
                <a:spcPts val="0"/>
              </a:spcAft>
              <a:buNone/>
            </a:pPr>
            <a:endParaRPr/>
          </a:p>
        </p:txBody>
      </p:sp>
      <p:sp>
        <p:nvSpPr>
          <p:cNvPr id="165" name="Google Shape;165;p10:notes"/>
          <p:cNvSpPr>
            <a:spLocks noGrp="1" noRot="1" noChangeAspect="1"/>
          </p:cNvSpPr>
          <p:nvPr>
            <p:ph type="sldImg" idx="2"/>
          </p:nvPr>
        </p:nvSpPr>
        <p:spPr>
          <a:xfrm>
            <a:off x="735013" y="1173163"/>
            <a:ext cx="5632450" cy="31686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p12:notes"/>
          <p:cNvSpPr txBox="1">
            <a:spLocks noGrp="1"/>
          </p:cNvSpPr>
          <p:nvPr>
            <p:ph type="body" idx="1"/>
          </p:nvPr>
        </p:nvSpPr>
        <p:spPr>
          <a:xfrm>
            <a:off x="710248" y="4518204"/>
            <a:ext cx="5681980" cy="3696712"/>
          </a:xfrm>
          <a:prstGeom prst="rect">
            <a:avLst/>
          </a:prstGeom>
        </p:spPr>
        <p:txBody>
          <a:bodyPr spcFirstLastPara="1" wrap="square" lIns="94225" tIns="47100" rIns="94225" bIns="47100" anchor="t" anchorCtr="0">
            <a:noAutofit/>
          </a:bodyPr>
          <a:lstStyle/>
          <a:p>
            <a:pPr marL="0" lvl="0" indent="0" algn="l" rtl="0">
              <a:spcBef>
                <a:spcPts val="0"/>
              </a:spcBef>
              <a:spcAft>
                <a:spcPts val="0"/>
              </a:spcAft>
              <a:buNone/>
            </a:pPr>
            <a:endParaRPr/>
          </a:p>
        </p:txBody>
      </p:sp>
      <p:sp>
        <p:nvSpPr>
          <p:cNvPr id="181" name="Google Shape;181;p12:notes"/>
          <p:cNvSpPr>
            <a:spLocks noGrp="1" noRot="1" noChangeAspect="1"/>
          </p:cNvSpPr>
          <p:nvPr>
            <p:ph type="sldImg" idx="2"/>
          </p:nvPr>
        </p:nvSpPr>
        <p:spPr>
          <a:xfrm>
            <a:off x="735013" y="1173163"/>
            <a:ext cx="5632450" cy="31686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13:notes"/>
          <p:cNvSpPr txBox="1">
            <a:spLocks noGrp="1"/>
          </p:cNvSpPr>
          <p:nvPr>
            <p:ph type="body" idx="1"/>
          </p:nvPr>
        </p:nvSpPr>
        <p:spPr>
          <a:xfrm>
            <a:off x="710248" y="4518204"/>
            <a:ext cx="5681980" cy="3696712"/>
          </a:xfrm>
          <a:prstGeom prst="rect">
            <a:avLst/>
          </a:prstGeom>
        </p:spPr>
        <p:txBody>
          <a:bodyPr spcFirstLastPara="1" wrap="square" lIns="94225" tIns="47100" rIns="94225" bIns="47100" anchor="t" anchorCtr="0">
            <a:noAutofit/>
          </a:bodyPr>
          <a:lstStyle/>
          <a:p>
            <a:pPr marL="0" lvl="0" indent="0" algn="l" rtl="0">
              <a:spcBef>
                <a:spcPts val="0"/>
              </a:spcBef>
              <a:spcAft>
                <a:spcPts val="0"/>
              </a:spcAft>
              <a:buNone/>
            </a:pPr>
            <a:endParaRPr/>
          </a:p>
        </p:txBody>
      </p:sp>
      <p:sp>
        <p:nvSpPr>
          <p:cNvPr id="190" name="Google Shape;190;p13:notes"/>
          <p:cNvSpPr>
            <a:spLocks noGrp="1" noRot="1" noChangeAspect="1"/>
          </p:cNvSpPr>
          <p:nvPr>
            <p:ph type="sldImg" idx="2"/>
          </p:nvPr>
        </p:nvSpPr>
        <p:spPr>
          <a:xfrm>
            <a:off x="735013" y="1173163"/>
            <a:ext cx="5632450" cy="31686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p14:notes"/>
          <p:cNvSpPr txBox="1">
            <a:spLocks noGrp="1"/>
          </p:cNvSpPr>
          <p:nvPr>
            <p:ph type="body" idx="1"/>
          </p:nvPr>
        </p:nvSpPr>
        <p:spPr>
          <a:xfrm>
            <a:off x="710248" y="4518204"/>
            <a:ext cx="5681980" cy="3696712"/>
          </a:xfrm>
          <a:prstGeom prst="rect">
            <a:avLst/>
          </a:prstGeom>
        </p:spPr>
        <p:txBody>
          <a:bodyPr spcFirstLastPara="1" wrap="square" lIns="94225" tIns="47100" rIns="94225" bIns="47100" anchor="t" anchorCtr="0">
            <a:noAutofit/>
          </a:bodyPr>
          <a:lstStyle/>
          <a:p>
            <a:pPr marL="0" lvl="0" indent="0" algn="l" rtl="0">
              <a:spcBef>
                <a:spcPts val="0"/>
              </a:spcBef>
              <a:spcAft>
                <a:spcPts val="0"/>
              </a:spcAft>
              <a:buNone/>
            </a:pPr>
            <a:endParaRPr/>
          </a:p>
        </p:txBody>
      </p:sp>
      <p:sp>
        <p:nvSpPr>
          <p:cNvPr id="196" name="Google Shape;196;p14:notes"/>
          <p:cNvSpPr>
            <a:spLocks noGrp="1" noRot="1" noChangeAspect="1"/>
          </p:cNvSpPr>
          <p:nvPr>
            <p:ph type="sldImg" idx="2"/>
          </p:nvPr>
        </p:nvSpPr>
        <p:spPr>
          <a:xfrm>
            <a:off x="735013" y="1173163"/>
            <a:ext cx="5632450" cy="31686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p15:notes"/>
          <p:cNvSpPr txBox="1">
            <a:spLocks noGrp="1"/>
          </p:cNvSpPr>
          <p:nvPr>
            <p:ph type="body" idx="1"/>
          </p:nvPr>
        </p:nvSpPr>
        <p:spPr>
          <a:xfrm>
            <a:off x="710248" y="4518204"/>
            <a:ext cx="5681980" cy="3696712"/>
          </a:xfrm>
          <a:prstGeom prst="rect">
            <a:avLst/>
          </a:prstGeom>
        </p:spPr>
        <p:txBody>
          <a:bodyPr spcFirstLastPara="1" wrap="square" lIns="94225" tIns="47100" rIns="94225" bIns="47100" anchor="t" anchorCtr="0">
            <a:noAutofit/>
          </a:bodyPr>
          <a:lstStyle/>
          <a:p>
            <a:pPr marL="0" lvl="0" indent="0" algn="l" rtl="0">
              <a:spcBef>
                <a:spcPts val="0"/>
              </a:spcBef>
              <a:spcAft>
                <a:spcPts val="0"/>
              </a:spcAft>
              <a:buNone/>
            </a:pPr>
            <a:endParaRPr/>
          </a:p>
        </p:txBody>
      </p:sp>
      <p:sp>
        <p:nvSpPr>
          <p:cNvPr id="206" name="Google Shape;206;p15:notes"/>
          <p:cNvSpPr>
            <a:spLocks noGrp="1" noRot="1" noChangeAspect="1"/>
          </p:cNvSpPr>
          <p:nvPr>
            <p:ph type="sldImg" idx="2"/>
          </p:nvPr>
        </p:nvSpPr>
        <p:spPr>
          <a:xfrm>
            <a:off x="735013" y="1173163"/>
            <a:ext cx="5632450" cy="31686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p16:notes"/>
          <p:cNvSpPr txBox="1">
            <a:spLocks noGrp="1"/>
          </p:cNvSpPr>
          <p:nvPr>
            <p:ph type="body" idx="1"/>
          </p:nvPr>
        </p:nvSpPr>
        <p:spPr>
          <a:xfrm>
            <a:off x="710248" y="4518204"/>
            <a:ext cx="5681980" cy="3696712"/>
          </a:xfrm>
          <a:prstGeom prst="rect">
            <a:avLst/>
          </a:prstGeom>
        </p:spPr>
        <p:txBody>
          <a:bodyPr spcFirstLastPara="1" wrap="square" lIns="94225" tIns="47100" rIns="94225" bIns="47100" anchor="t" anchorCtr="0">
            <a:noAutofit/>
          </a:bodyPr>
          <a:lstStyle/>
          <a:p>
            <a:pPr marL="0" lvl="0" indent="0" algn="l" rtl="0">
              <a:spcBef>
                <a:spcPts val="0"/>
              </a:spcBef>
              <a:spcAft>
                <a:spcPts val="0"/>
              </a:spcAft>
              <a:buNone/>
            </a:pPr>
            <a:endParaRPr/>
          </a:p>
        </p:txBody>
      </p:sp>
      <p:sp>
        <p:nvSpPr>
          <p:cNvPr id="218" name="Google Shape;218;p16:notes"/>
          <p:cNvSpPr>
            <a:spLocks noGrp="1" noRot="1" noChangeAspect="1"/>
          </p:cNvSpPr>
          <p:nvPr>
            <p:ph type="sldImg" idx="2"/>
          </p:nvPr>
        </p:nvSpPr>
        <p:spPr>
          <a:xfrm>
            <a:off x="735013" y="1173163"/>
            <a:ext cx="5632450" cy="31686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p17:notes"/>
          <p:cNvSpPr txBox="1">
            <a:spLocks noGrp="1"/>
          </p:cNvSpPr>
          <p:nvPr>
            <p:ph type="body" idx="1"/>
          </p:nvPr>
        </p:nvSpPr>
        <p:spPr>
          <a:xfrm>
            <a:off x="710248" y="4518204"/>
            <a:ext cx="5681980" cy="3696712"/>
          </a:xfrm>
          <a:prstGeom prst="rect">
            <a:avLst/>
          </a:prstGeom>
        </p:spPr>
        <p:txBody>
          <a:bodyPr spcFirstLastPara="1" wrap="square" lIns="94225" tIns="47100" rIns="94225" bIns="47100" anchor="t" anchorCtr="0">
            <a:noAutofit/>
          </a:bodyPr>
          <a:lstStyle/>
          <a:p>
            <a:pPr marL="0" lvl="0" indent="0" algn="l" rtl="0">
              <a:spcBef>
                <a:spcPts val="0"/>
              </a:spcBef>
              <a:spcAft>
                <a:spcPts val="0"/>
              </a:spcAft>
              <a:buNone/>
            </a:pPr>
            <a:endParaRPr/>
          </a:p>
        </p:txBody>
      </p:sp>
      <p:sp>
        <p:nvSpPr>
          <p:cNvPr id="227" name="Google Shape;227;p17:notes"/>
          <p:cNvSpPr>
            <a:spLocks noGrp="1" noRot="1" noChangeAspect="1"/>
          </p:cNvSpPr>
          <p:nvPr>
            <p:ph type="sldImg" idx="2"/>
          </p:nvPr>
        </p:nvSpPr>
        <p:spPr>
          <a:xfrm>
            <a:off x="735013" y="1173163"/>
            <a:ext cx="5632450" cy="31686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8:notes"/>
          <p:cNvSpPr txBox="1">
            <a:spLocks noGrp="1"/>
          </p:cNvSpPr>
          <p:nvPr>
            <p:ph type="body" idx="1"/>
          </p:nvPr>
        </p:nvSpPr>
        <p:spPr>
          <a:xfrm>
            <a:off x="710248" y="4518204"/>
            <a:ext cx="5681980" cy="3696712"/>
          </a:xfrm>
          <a:prstGeom prst="rect">
            <a:avLst/>
          </a:prstGeom>
        </p:spPr>
        <p:txBody>
          <a:bodyPr spcFirstLastPara="1" wrap="square" lIns="94225" tIns="47100" rIns="94225" bIns="47100" anchor="t" anchorCtr="0">
            <a:noAutofit/>
          </a:bodyPr>
          <a:lstStyle/>
          <a:p>
            <a:pPr marL="0" lvl="0" indent="0" algn="l" rtl="0">
              <a:spcBef>
                <a:spcPts val="0"/>
              </a:spcBef>
              <a:spcAft>
                <a:spcPts val="0"/>
              </a:spcAft>
              <a:buNone/>
            </a:pPr>
            <a:endParaRPr/>
          </a:p>
        </p:txBody>
      </p:sp>
      <p:sp>
        <p:nvSpPr>
          <p:cNvPr id="241" name="Google Shape;241;p18:notes"/>
          <p:cNvSpPr>
            <a:spLocks noGrp="1" noRot="1" noChangeAspect="1"/>
          </p:cNvSpPr>
          <p:nvPr>
            <p:ph type="sldImg" idx="2"/>
          </p:nvPr>
        </p:nvSpPr>
        <p:spPr>
          <a:xfrm>
            <a:off x="735013" y="1173163"/>
            <a:ext cx="5632450" cy="31686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p19:notes"/>
          <p:cNvSpPr txBox="1">
            <a:spLocks noGrp="1"/>
          </p:cNvSpPr>
          <p:nvPr>
            <p:ph type="body" idx="1"/>
          </p:nvPr>
        </p:nvSpPr>
        <p:spPr>
          <a:xfrm>
            <a:off x="710248" y="4518204"/>
            <a:ext cx="5681980" cy="3696712"/>
          </a:xfrm>
          <a:prstGeom prst="rect">
            <a:avLst/>
          </a:prstGeom>
        </p:spPr>
        <p:txBody>
          <a:bodyPr spcFirstLastPara="1" wrap="square" lIns="94225" tIns="47100" rIns="94225" bIns="47100" anchor="t" anchorCtr="0">
            <a:noAutofit/>
          </a:bodyPr>
          <a:lstStyle/>
          <a:p>
            <a:pPr marL="0" lvl="0" indent="0" algn="l" rtl="0">
              <a:spcBef>
                <a:spcPts val="0"/>
              </a:spcBef>
              <a:spcAft>
                <a:spcPts val="0"/>
              </a:spcAft>
              <a:buNone/>
            </a:pPr>
            <a:endParaRPr/>
          </a:p>
        </p:txBody>
      </p:sp>
      <p:sp>
        <p:nvSpPr>
          <p:cNvPr id="247" name="Google Shape;247;p19:notes"/>
          <p:cNvSpPr>
            <a:spLocks noGrp="1" noRot="1" noChangeAspect="1"/>
          </p:cNvSpPr>
          <p:nvPr>
            <p:ph type="sldImg" idx="2"/>
          </p:nvPr>
        </p:nvSpPr>
        <p:spPr>
          <a:xfrm>
            <a:off x="735013" y="1173163"/>
            <a:ext cx="5632450" cy="31686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0:notes"/>
          <p:cNvSpPr txBox="1">
            <a:spLocks noGrp="1"/>
          </p:cNvSpPr>
          <p:nvPr>
            <p:ph type="body" idx="1"/>
          </p:nvPr>
        </p:nvSpPr>
        <p:spPr>
          <a:xfrm>
            <a:off x="710248" y="4518204"/>
            <a:ext cx="5681980" cy="3696712"/>
          </a:xfrm>
          <a:prstGeom prst="rect">
            <a:avLst/>
          </a:prstGeom>
        </p:spPr>
        <p:txBody>
          <a:bodyPr spcFirstLastPara="1" wrap="square" lIns="94225" tIns="47100" rIns="94225" bIns="47100" anchor="t" anchorCtr="0">
            <a:noAutofit/>
          </a:bodyPr>
          <a:lstStyle/>
          <a:p>
            <a:pPr marL="0" lvl="0" indent="0" algn="l" rtl="0">
              <a:spcBef>
                <a:spcPts val="0"/>
              </a:spcBef>
              <a:spcAft>
                <a:spcPts val="0"/>
              </a:spcAft>
              <a:buNone/>
            </a:pPr>
            <a:endParaRPr/>
          </a:p>
        </p:txBody>
      </p:sp>
      <p:sp>
        <p:nvSpPr>
          <p:cNvPr id="256" name="Google Shape;256;p20:notes"/>
          <p:cNvSpPr>
            <a:spLocks noGrp="1" noRot="1" noChangeAspect="1"/>
          </p:cNvSpPr>
          <p:nvPr>
            <p:ph type="sldImg" idx="2"/>
          </p:nvPr>
        </p:nvSpPr>
        <p:spPr>
          <a:xfrm>
            <a:off x="735013" y="1173163"/>
            <a:ext cx="5632450" cy="31686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p21:notes"/>
          <p:cNvSpPr txBox="1">
            <a:spLocks noGrp="1"/>
          </p:cNvSpPr>
          <p:nvPr>
            <p:ph type="body" idx="1"/>
          </p:nvPr>
        </p:nvSpPr>
        <p:spPr>
          <a:xfrm>
            <a:off x="710248" y="4518204"/>
            <a:ext cx="5681980" cy="3696712"/>
          </a:xfrm>
          <a:prstGeom prst="rect">
            <a:avLst/>
          </a:prstGeom>
        </p:spPr>
        <p:txBody>
          <a:bodyPr spcFirstLastPara="1" wrap="square" lIns="94225" tIns="47100" rIns="94225" bIns="47100" anchor="t" anchorCtr="0">
            <a:noAutofit/>
          </a:bodyPr>
          <a:lstStyle/>
          <a:p>
            <a:pPr marL="0" lvl="0" indent="0" algn="l" rtl="0">
              <a:spcBef>
                <a:spcPts val="0"/>
              </a:spcBef>
              <a:spcAft>
                <a:spcPts val="0"/>
              </a:spcAft>
              <a:buNone/>
            </a:pPr>
            <a:endParaRPr/>
          </a:p>
        </p:txBody>
      </p:sp>
      <p:sp>
        <p:nvSpPr>
          <p:cNvPr id="265" name="Google Shape;265;p21:notes"/>
          <p:cNvSpPr>
            <a:spLocks noGrp="1" noRot="1" noChangeAspect="1"/>
          </p:cNvSpPr>
          <p:nvPr>
            <p:ph type="sldImg" idx="2"/>
          </p:nvPr>
        </p:nvSpPr>
        <p:spPr>
          <a:xfrm>
            <a:off x="735013" y="1173163"/>
            <a:ext cx="5632450" cy="31686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34"/>
          <p:cNvSpPr txBox="1">
            <a:spLocks noGrp="1"/>
          </p:cNvSpPr>
          <p:nvPr>
            <p:ph type="title"/>
          </p:nvPr>
        </p:nvSpPr>
        <p:spPr>
          <a:xfrm>
            <a:off x="581192" y="702156"/>
            <a:ext cx="11029616" cy="550174"/>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rgbClr val="3F3F3F"/>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34"/>
          <p:cNvSpPr txBox="1">
            <a:spLocks noGrp="1"/>
          </p:cNvSpPr>
          <p:nvPr>
            <p:ph type="body" idx="1"/>
          </p:nvPr>
        </p:nvSpPr>
        <p:spPr>
          <a:xfrm>
            <a:off x="581192" y="1451113"/>
            <a:ext cx="11029615" cy="4524237"/>
          </a:xfrm>
          <a:prstGeom prst="rect">
            <a:avLst/>
          </a:prstGeom>
          <a:noFill/>
          <a:ln>
            <a:noFill/>
          </a:ln>
        </p:spPr>
        <p:txBody>
          <a:bodyPr spcFirstLastPara="1" wrap="square" lIns="91425" tIns="45700" rIns="91425" bIns="45700" anchor="ctr" anchorCtr="0">
            <a:normAutofit/>
          </a:bodyPr>
          <a:lstStyle>
            <a:lvl1pPr marL="457200" lvl="0" indent="-333756" algn="l">
              <a:lnSpc>
                <a:spcPct val="110000"/>
              </a:lnSpc>
              <a:spcBef>
                <a:spcPts val="360"/>
              </a:spcBef>
              <a:spcAft>
                <a:spcPts val="0"/>
              </a:spcAft>
              <a:buSzPts val="1656"/>
              <a:buChar char="◼"/>
              <a:defRPr/>
            </a:lvl1pPr>
            <a:lvl2pPr marL="914400" lvl="1" indent="-333756" algn="l">
              <a:spcBef>
                <a:spcPts val="600"/>
              </a:spcBef>
              <a:spcAft>
                <a:spcPts val="0"/>
              </a:spcAft>
              <a:buSzPts val="1656"/>
              <a:buChar char="◼"/>
              <a:defRPr/>
            </a:lvl2pPr>
            <a:lvl3pPr marL="1371600" lvl="2" indent="-333756" algn="l">
              <a:spcBef>
                <a:spcPts val="600"/>
              </a:spcBef>
              <a:spcAft>
                <a:spcPts val="0"/>
              </a:spcAft>
              <a:buSzPts val="1656"/>
              <a:buChar char="◼"/>
              <a:defRPr/>
            </a:lvl3pPr>
            <a:lvl4pPr marL="1828800" lvl="3" indent="-333756" algn="l">
              <a:spcBef>
                <a:spcPts val="600"/>
              </a:spcBef>
              <a:spcAft>
                <a:spcPts val="0"/>
              </a:spcAft>
              <a:buSzPts val="1656"/>
              <a:buChar char="◼"/>
              <a:defRPr/>
            </a:lvl4pPr>
            <a:lvl5pPr marL="2286000" lvl="4" indent="-333756" algn="l">
              <a:spcBef>
                <a:spcPts val="600"/>
              </a:spcBef>
              <a:spcAft>
                <a:spcPts val="0"/>
              </a:spcAft>
              <a:buSzPts val="1656"/>
              <a:buChar char="◼"/>
              <a:defRPr/>
            </a:lvl5pPr>
            <a:lvl6pPr marL="2743200" lvl="5" indent="-333756" algn="l">
              <a:spcBef>
                <a:spcPts val="600"/>
              </a:spcBef>
              <a:spcAft>
                <a:spcPts val="0"/>
              </a:spcAft>
              <a:buSzPts val="1656"/>
              <a:buChar char="◼"/>
              <a:defRPr/>
            </a:lvl6pPr>
            <a:lvl7pPr marL="3200400" lvl="6" indent="-333756" algn="l">
              <a:spcBef>
                <a:spcPts val="600"/>
              </a:spcBef>
              <a:spcAft>
                <a:spcPts val="0"/>
              </a:spcAft>
              <a:buSzPts val="1656"/>
              <a:buChar char="◼"/>
              <a:defRPr/>
            </a:lvl7pPr>
            <a:lvl8pPr marL="3657600" lvl="7" indent="-333756" algn="l">
              <a:spcBef>
                <a:spcPts val="600"/>
              </a:spcBef>
              <a:spcAft>
                <a:spcPts val="0"/>
              </a:spcAft>
              <a:buSzPts val="1656"/>
              <a:buChar char="◼"/>
              <a:defRPr/>
            </a:lvl8pPr>
            <a:lvl9pPr marL="4114800" lvl="8" indent="-333756" algn="l">
              <a:spcBef>
                <a:spcPts val="600"/>
              </a:spcBef>
              <a:spcAft>
                <a:spcPts val="600"/>
              </a:spcAft>
              <a:buSzPts val="1656"/>
              <a:buChar char="◼"/>
              <a:defRPr/>
            </a:lvl9pPr>
          </a:lstStyle>
          <a:p>
            <a:endParaRPr/>
          </a:p>
        </p:txBody>
      </p:sp>
      <p:sp>
        <p:nvSpPr>
          <p:cNvPr id="22" name="Google Shape;22;p34"/>
          <p:cNvSpPr txBox="1">
            <a:spLocks noGrp="1"/>
          </p:cNvSpPr>
          <p:nvPr>
            <p:ph type="dt" idx="10"/>
          </p:nvPr>
        </p:nvSpPr>
        <p:spPr>
          <a:xfrm>
            <a:off x="7605951" y="6423914"/>
            <a:ext cx="2844799" cy="365125"/>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34"/>
          <p:cNvSpPr txBox="1">
            <a:spLocks noGrp="1"/>
          </p:cNvSpPr>
          <p:nvPr>
            <p:ph type="ftr" idx="11"/>
          </p:nvPr>
        </p:nvSpPr>
        <p:spPr>
          <a:xfrm>
            <a:off x="581192" y="6423914"/>
            <a:ext cx="691721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 name="Google Shape;24;p34"/>
          <p:cNvSpPr txBox="1">
            <a:spLocks noGrp="1"/>
          </p:cNvSpPr>
          <p:nvPr>
            <p:ph type="sldNum" idx="12"/>
          </p:nvPr>
        </p:nvSpPr>
        <p:spPr>
          <a:xfrm>
            <a:off x="10558300" y="6423914"/>
            <a:ext cx="105251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5"/>
        <p:cNvGrpSpPr/>
        <p:nvPr/>
      </p:nvGrpSpPr>
      <p:grpSpPr>
        <a:xfrm>
          <a:off x="0" y="0"/>
          <a:ext cx="0" cy="0"/>
          <a:chOff x="0" y="0"/>
          <a:chExt cx="0" cy="0"/>
        </a:xfrm>
      </p:grpSpPr>
      <p:sp>
        <p:nvSpPr>
          <p:cNvPr id="26" name="Google Shape;26;p35"/>
          <p:cNvSpPr txBox="1">
            <a:spLocks noGrp="1"/>
          </p:cNvSpPr>
          <p:nvPr>
            <p:ph type="title"/>
          </p:nvPr>
        </p:nvSpPr>
        <p:spPr>
          <a:xfrm>
            <a:off x="581193" y="729658"/>
            <a:ext cx="11029616" cy="988332"/>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rgbClr val="3F3F3F"/>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35"/>
          <p:cNvSpPr txBox="1">
            <a:spLocks noGrp="1"/>
          </p:cNvSpPr>
          <p:nvPr>
            <p:ph type="body" idx="1"/>
          </p:nvPr>
        </p:nvSpPr>
        <p:spPr>
          <a:xfrm>
            <a:off x="581193" y="2228003"/>
            <a:ext cx="5194767" cy="3633047"/>
          </a:xfrm>
          <a:prstGeom prst="rect">
            <a:avLst/>
          </a:prstGeom>
          <a:noFill/>
          <a:ln>
            <a:noFill/>
          </a:ln>
        </p:spPr>
        <p:txBody>
          <a:bodyPr spcFirstLastPara="1" wrap="square" lIns="91425" tIns="45700" rIns="91425" bIns="45700" anchor="ctr" anchorCtr="0">
            <a:normAutofit/>
          </a:bodyPr>
          <a:lstStyle>
            <a:lvl1pPr marL="457200" lvl="0" indent="-333756" algn="l">
              <a:lnSpc>
                <a:spcPct val="110000"/>
              </a:lnSpc>
              <a:spcBef>
                <a:spcPts val="360"/>
              </a:spcBef>
              <a:spcAft>
                <a:spcPts val="0"/>
              </a:spcAft>
              <a:buSzPts val="1656"/>
              <a:buChar char="◼"/>
              <a:defRPr/>
            </a:lvl1pPr>
            <a:lvl2pPr marL="914400" lvl="1" indent="-333756" algn="l">
              <a:spcBef>
                <a:spcPts val="600"/>
              </a:spcBef>
              <a:spcAft>
                <a:spcPts val="0"/>
              </a:spcAft>
              <a:buSzPts val="1656"/>
              <a:buChar char="◼"/>
              <a:defRPr/>
            </a:lvl2pPr>
            <a:lvl3pPr marL="1371600" lvl="2" indent="-333756" algn="l">
              <a:spcBef>
                <a:spcPts val="600"/>
              </a:spcBef>
              <a:spcAft>
                <a:spcPts val="0"/>
              </a:spcAft>
              <a:buSzPts val="1656"/>
              <a:buChar char="◼"/>
              <a:defRPr/>
            </a:lvl3pPr>
            <a:lvl4pPr marL="1828800" lvl="3" indent="-333756" algn="l">
              <a:spcBef>
                <a:spcPts val="600"/>
              </a:spcBef>
              <a:spcAft>
                <a:spcPts val="0"/>
              </a:spcAft>
              <a:buSzPts val="1656"/>
              <a:buChar char="◼"/>
              <a:defRPr/>
            </a:lvl4pPr>
            <a:lvl5pPr marL="2286000" lvl="4" indent="-333756" algn="l">
              <a:spcBef>
                <a:spcPts val="600"/>
              </a:spcBef>
              <a:spcAft>
                <a:spcPts val="0"/>
              </a:spcAft>
              <a:buSzPts val="1656"/>
              <a:buChar char="◼"/>
              <a:defRPr/>
            </a:lvl5pPr>
            <a:lvl6pPr marL="2743200" lvl="5" indent="-333756" algn="l">
              <a:spcBef>
                <a:spcPts val="600"/>
              </a:spcBef>
              <a:spcAft>
                <a:spcPts val="0"/>
              </a:spcAft>
              <a:buSzPts val="1656"/>
              <a:buChar char="◼"/>
              <a:defRPr/>
            </a:lvl6pPr>
            <a:lvl7pPr marL="3200400" lvl="6" indent="-333756" algn="l">
              <a:spcBef>
                <a:spcPts val="600"/>
              </a:spcBef>
              <a:spcAft>
                <a:spcPts val="0"/>
              </a:spcAft>
              <a:buSzPts val="1656"/>
              <a:buChar char="◼"/>
              <a:defRPr/>
            </a:lvl7pPr>
            <a:lvl8pPr marL="3657600" lvl="7" indent="-333756" algn="l">
              <a:spcBef>
                <a:spcPts val="600"/>
              </a:spcBef>
              <a:spcAft>
                <a:spcPts val="0"/>
              </a:spcAft>
              <a:buSzPts val="1656"/>
              <a:buChar char="◼"/>
              <a:defRPr/>
            </a:lvl8pPr>
            <a:lvl9pPr marL="4114800" lvl="8" indent="-333756" algn="l">
              <a:spcBef>
                <a:spcPts val="600"/>
              </a:spcBef>
              <a:spcAft>
                <a:spcPts val="600"/>
              </a:spcAft>
              <a:buSzPts val="1656"/>
              <a:buChar char="◼"/>
              <a:defRPr/>
            </a:lvl9pPr>
          </a:lstStyle>
          <a:p>
            <a:endParaRPr/>
          </a:p>
        </p:txBody>
      </p:sp>
      <p:sp>
        <p:nvSpPr>
          <p:cNvPr id="28" name="Google Shape;28;p35"/>
          <p:cNvSpPr txBox="1">
            <a:spLocks noGrp="1"/>
          </p:cNvSpPr>
          <p:nvPr>
            <p:ph type="body" idx="2"/>
          </p:nvPr>
        </p:nvSpPr>
        <p:spPr>
          <a:xfrm>
            <a:off x="6416039" y="2228003"/>
            <a:ext cx="5194769" cy="3633047"/>
          </a:xfrm>
          <a:prstGeom prst="rect">
            <a:avLst/>
          </a:prstGeom>
          <a:noFill/>
          <a:ln>
            <a:noFill/>
          </a:ln>
        </p:spPr>
        <p:txBody>
          <a:bodyPr spcFirstLastPara="1" wrap="square" lIns="91425" tIns="45700" rIns="91425" bIns="45700" anchor="ctr" anchorCtr="0">
            <a:normAutofit/>
          </a:bodyPr>
          <a:lstStyle>
            <a:lvl1pPr marL="457200" lvl="0" indent="-333756" algn="l">
              <a:lnSpc>
                <a:spcPct val="110000"/>
              </a:lnSpc>
              <a:spcBef>
                <a:spcPts val="360"/>
              </a:spcBef>
              <a:spcAft>
                <a:spcPts val="0"/>
              </a:spcAft>
              <a:buSzPts val="1656"/>
              <a:buChar char="◼"/>
              <a:defRPr/>
            </a:lvl1pPr>
            <a:lvl2pPr marL="914400" lvl="1" indent="-333756" algn="l">
              <a:spcBef>
                <a:spcPts val="600"/>
              </a:spcBef>
              <a:spcAft>
                <a:spcPts val="0"/>
              </a:spcAft>
              <a:buSzPts val="1656"/>
              <a:buChar char="◼"/>
              <a:defRPr/>
            </a:lvl2pPr>
            <a:lvl3pPr marL="1371600" lvl="2" indent="-333756" algn="l">
              <a:spcBef>
                <a:spcPts val="600"/>
              </a:spcBef>
              <a:spcAft>
                <a:spcPts val="0"/>
              </a:spcAft>
              <a:buSzPts val="1656"/>
              <a:buChar char="◼"/>
              <a:defRPr/>
            </a:lvl3pPr>
            <a:lvl4pPr marL="1828800" lvl="3" indent="-333756" algn="l">
              <a:spcBef>
                <a:spcPts val="600"/>
              </a:spcBef>
              <a:spcAft>
                <a:spcPts val="0"/>
              </a:spcAft>
              <a:buSzPts val="1656"/>
              <a:buChar char="◼"/>
              <a:defRPr/>
            </a:lvl4pPr>
            <a:lvl5pPr marL="2286000" lvl="4" indent="-333756" algn="l">
              <a:spcBef>
                <a:spcPts val="600"/>
              </a:spcBef>
              <a:spcAft>
                <a:spcPts val="0"/>
              </a:spcAft>
              <a:buSzPts val="1656"/>
              <a:buChar char="◼"/>
              <a:defRPr/>
            </a:lvl5pPr>
            <a:lvl6pPr marL="2743200" lvl="5" indent="-333756" algn="l">
              <a:spcBef>
                <a:spcPts val="600"/>
              </a:spcBef>
              <a:spcAft>
                <a:spcPts val="0"/>
              </a:spcAft>
              <a:buSzPts val="1656"/>
              <a:buChar char="◼"/>
              <a:defRPr/>
            </a:lvl6pPr>
            <a:lvl7pPr marL="3200400" lvl="6" indent="-333756" algn="l">
              <a:spcBef>
                <a:spcPts val="600"/>
              </a:spcBef>
              <a:spcAft>
                <a:spcPts val="0"/>
              </a:spcAft>
              <a:buSzPts val="1656"/>
              <a:buChar char="◼"/>
              <a:defRPr/>
            </a:lvl7pPr>
            <a:lvl8pPr marL="3657600" lvl="7" indent="-333756" algn="l">
              <a:spcBef>
                <a:spcPts val="600"/>
              </a:spcBef>
              <a:spcAft>
                <a:spcPts val="0"/>
              </a:spcAft>
              <a:buSzPts val="1656"/>
              <a:buChar char="◼"/>
              <a:defRPr/>
            </a:lvl8pPr>
            <a:lvl9pPr marL="4114800" lvl="8" indent="-333756" algn="l">
              <a:spcBef>
                <a:spcPts val="600"/>
              </a:spcBef>
              <a:spcAft>
                <a:spcPts val="600"/>
              </a:spcAft>
              <a:buSzPts val="1656"/>
              <a:buChar char="◼"/>
              <a:defRPr/>
            </a:lvl9pPr>
          </a:lstStyle>
          <a:p>
            <a:endParaRPr/>
          </a:p>
        </p:txBody>
      </p:sp>
      <p:sp>
        <p:nvSpPr>
          <p:cNvPr id="29" name="Google Shape;29;p35"/>
          <p:cNvSpPr txBox="1">
            <a:spLocks noGrp="1"/>
          </p:cNvSpPr>
          <p:nvPr>
            <p:ph type="dt" idx="10"/>
          </p:nvPr>
        </p:nvSpPr>
        <p:spPr>
          <a:xfrm>
            <a:off x="7605951" y="6423914"/>
            <a:ext cx="2844799" cy="365125"/>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35"/>
          <p:cNvSpPr txBox="1">
            <a:spLocks noGrp="1"/>
          </p:cNvSpPr>
          <p:nvPr>
            <p:ph type="ftr" idx="11"/>
          </p:nvPr>
        </p:nvSpPr>
        <p:spPr>
          <a:xfrm>
            <a:off x="581192" y="6423914"/>
            <a:ext cx="691721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35"/>
          <p:cNvSpPr txBox="1">
            <a:spLocks noGrp="1"/>
          </p:cNvSpPr>
          <p:nvPr>
            <p:ph type="sldNum" idx="12"/>
          </p:nvPr>
        </p:nvSpPr>
        <p:spPr>
          <a:xfrm>
            <a:off x="10558300" y="6423914"/>
            <a:ext cx="105251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2"/>
        <p:cNvGrpSpPr/>
        <p:nvPr/>
      </p:nvGrpSpPr>
      <p:grpSpPr>
        <a:xfrm>
          <a:off x="0" y="0"/>
          <a:ext cx="0" cy="0"/>
          <a:chOff x="0" y="0"/>
          <a:chExt cx="0" cy="0"/>
        </a:xfrm>
      </p:grpSpPr>
      <p:sp>
        <p:nvSpPr>
          <p:cNvPr id="33" name="Google Shape;33;p36"/>
          <p:cNvSpPr txBox="1">
            <a:spLocks noGrp="1"/>
          </p:cNvSpPr>
          <p:nvPr>
            <p:ph type="title"/>
          </p:nvPr>
        </p:nvSpPr>
        <p:spPr>
          <a:xfrm>
            <a:off x="575894" y="729658"/>
            <a:ext cx="11029616" cy="988332"/>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rgbClr val="3F3F3F"/>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36"/>
          <p:cNvSpPr txBox="1">
            <a:spLocks noGrp="1"/>
          </p:cNvSpPr>
          <p:nvPr>
            <p:ph type="dt" idx="10"/>
          </p:nvPr>
        </p:nvSpPr>
        <p:spPr>
          <a:xfrm>
            <a:off x="7605951" y="6423914"/>
            <a:ext cx="2844799" cy="365125"/>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36"/>
          <p:cNvSpPr txBox="1">
            <a:spLocks noGrp="1"/>
          </p:cNvSpPr>
          <p:nvPr>
            <p:ph type="ftr" idx="11"/>
          </p:nvPr>
        </p:nvSpPr>
        <p:spPr>
          <a:xfrm>
            <a:off x="581192" y="6423914"/>
            <a:ext cx="691721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36"/>
          <p:cNvSpPr txBox="1">
            <a:spLocks noGrp="1"/>
          </p:cNvSpPr>
          <p:nvPr>
            <p:ph type="sldNum" idx="12"/>
          </p:nvPr>
        </p:nvSpPr>
        <p:spPr>
          <a:xfrm>
            <a:off x="10558300" y="6423914"/>
            <a:ext cx="105251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37"/>
        <p:cNvGrpSpPr/>
        <p:nvPr/>
      </p:nvGrpSpPr>
      <p:grpSpPr>
        <a:xfrm>
          <a:off x="0" y="0"/>
          <a:ext cx="0" cy="0"/>
          <a:chOff x="0" y="0"/>
          <a:chExt cx="0" cy="0"/>
        </a:xfrm>
      </p:grpSpPr>
      <p:sp>
        <p:nvSpPr>
          <p:cNvPr id="38" name="Google Shape;38;p37"/>
          <p:cNvSpPr/>
          <p:nvPr/>
        </p:nvSpPr>
        <p:spPr>
          <a:xfrm>
            <a:off x="446534" y="3085764"/>
            <a:ext cx="11298932" cy="3338149"/>
          </a:xfrm>
          <a:prstGeom prst="rect">
            <a:avLst/>
          </a:prstGeom>
          <a:solidFill>
            <a:srgbClr val="4653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37"/>
          <p:cNvSpPr txBox="1">
            <a:spLocks noGrp="1"/>
          </p:cNvSpPr>
          <p:nvPr>
            <p:ph type="ctrTitle"/>
          </p:nvPr>
        </p:nvSpPr>
        <p:spPr>
          <a:xfrm>
            <a:off x="581191" y="1020431"/>
            <a:ext cx="10993549" cy="1475013"/>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rgbClr val="3F3F3F"/>
              </a:buClr>
              <a:buSzPts val="3600"/>
              <a:buFont typeface="Franklin Gothic"/>
              <a:buNone/>
              <a:defRPr sz="3600">
                <a:solidFill>
                  <a:srgbClr val="3F3F3F"/>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 name="Google Shape;40;p37"/>
          <p:cNvSpPr txBox="1">
            <a:spLocks noGrp="1"/>
          </p:cNvSpPr>
          <p:nvPr>
            <p:ph type="subTitle" idx="1"/>
          </p:nvPr>
        </p:nvSpPr>
        <p:spPr>
          <a:xfrm>
            <a:off x="581194" y="2495445"/>
            <a:ext cx="10993546" cy="590321"/>
          </a:xfrm>
          <a:prstGeom prst="rect">
            <a:avLst/>
          </a:prstGeom>
          <a:noFill/>
          <a:ln>
            <a:noFill/>
          </a:ln>
        </p:spPr>
        <p:txBody>
          <a:bodyPr spcFirstLastPara="1" wrap="square" lIns="91425" tIns="45700" rIns="91425" bIns="45700" anchor="t" anchorCtr="0">
            <a:normAutofit/>
          </a:bodyPr>
          <a:lstStyle>
            <a:lvl1pPr lvl="0" algn="l">
              <a:lnSpc>
                <a:spcPct val="110000"/>
              </a:lnSpc>
              <a:spcBef>
                <a:spcPts val="320"/>
              </a:spcBef>
              <a:spcAft>
                <a:spcPts val="0"/>
              </a:spcAft>
              <a:buSzPts val="1472"/>
              <a:buNone/>
              <a:defRPr sz="1600" cap="none">
                <a:solidFill>
                  <a:schemeClr val="accent1"/>
                </a:solidFill>
              </a:defRPr>
            </a:lvl1pPr>
            <a:lvl2pPr lvl="1" algn="ctr">
              <a:spcBef>
                <a:spcPts val="600"/>
              </a:spcBef>
              <a:spcAft>
                <a:spcPts val="0"/>
              </a:spcAft>
              <a:buSzPts val="1288"/>
              <a:buNone/>
              <a:defRPr>
                <a:solidFill>
                  <a:srgbClr val="888888"/>
                </a:solidFill>
              </a:defRPr>
            </a:lvl2pPr>
            <a:lvl3pPr lvl="2" algn="ctr">
              <a:spcBef>
                <a:spcPts val="600"/>
              </a:spcBef>
              <a:spcAft>
                <a:spcPts val="0"/>
              </a:spcAft>
              <a:buSzPts val="1196"/>
              <a:buNone/>
              <a:defRPr>
                <a:solidFill>
                  <a:srgbClr val="888888"/>
                </a:solidFill>
              </a:defRPr>
            </a:lvl3pPr>
            <a:lvl4pPr lvl="3" algn="ctr">
              <a:spcBef>
                <a:spcPts val="600"/>
              </a:spcBef>
              <a:spcAft>
                <a:spcPts val="0"/>
              </a:spcAft>
              <a:buSzPts val="1012"/>
              <a:buNone/>
              <a:defRPr>
                <a:solidFill>
                  <a:srgbClr val="888888"/>
                </a:solidFill>
              </a:defRPr>
            </a:lvl4pPr>
            <a:lvl5pPr lvl="4" algn="ctr">
              <a:spcBef>
                <a:spcPts val="600"/>
              </a:spcBef>
              <a:spcAft>
                <a:spcPts val="0"/>
              </a:spcAft>
              <a:buSzPts val="1012"/>
              <a:buNone/>
              <a:defRPr>
                <a:solidFill>
                  <a:srgbClr val="888888"/>
                </a:solidFill>
              </a:defRPr>
            </a:lvl5pPr>
            <a:lvl6pPr lvl="5" algn="ctr">
              <a:spcBef>
                <a:spcPts val="600"/>
              </a:spcBef>
              <a:spcAft>
                <a:spcPts val="0"/>
              </a:spcAft>
              <a:buSzPts val="1104"/>
              <a:buNone/>
              <a:defRPr>
                <a:solidFill>
                  <a:srgbClr val="888888"/>
                </a:solidFill>
              </a:defRPr>
            </a:lvl6pPr>
            <a:lvl7pPr lvl="6" algn="ctr">
              <a:spcBef>
                <a:spcPts val="600"/>
              </a:spcBef>
              <a:spcAft>
                <a:spcPts val="0"/>
              </a:spcAft>
              <a:buSzPts val="1104"/>
              <a:buNone/>
              <a:defRPr>
                <a:solidFill>
                  <a:srgbClr val="888888"/>
                </a:solidFill>
              </a:defRPr>
            </a:lvl7pPr>
            <a:lvl8pPr lvl="7" algn="ctr">
              <a:spcBef>
                <a:spcPts val="600"/>
              </a:spcBef>
              <a:spcAft>
                <a:spcPts val="0"/>
              </a:spcAft>
              <a:buSzPts val="1104"/>
              <a:buNone/>
              <a:defRPr>
                <a:solidFill>
                  <a:srgbClr val="888888"/>
                </a:solidFill>
              </a:defRPr>
            </a:lvl8pPr>
            <a:lvl9pPr lvl="8" algn="ctr">
              <a:spcBef>
                <a:spcPts val="600"/>
              </a:spcBef>
              <a:spcAft>
                <a:spcPts val="600"/>
              </a:spcAft>
              <a:buSzPts val="1104"/>
              <a:buNone/>
              <a:defRPr>
                <a:solidFill>
                  <a:srgbClr val="888888"/>
                </a:solidFill>
              </a:defRPr>
            </a:lvl9pPr>
          </a:lstStyle>
          <a:p>
            <a:endParaRPr/>
          </a:p>
        </p:txBody>
      </p:sp>
      <p:sp>
        <p:nvSpPr>
          <p:cNvPr id="41" name="Google Shape;41;p37"/>
          <p:cNvSpPr txBox="1">
            <a:spLocks noGrp="1"/>
          </p:cNvSpPr>
          <p:nvPr>
            <p:ph type="dt" idx="10"/>
          </p:nvPr>
        </p:nvSpPr>
        <p:spPr>
          <a:xfrm>
            <a:off x="7605951" y="6423914"/>
            <a:ext cx="2844799" cy="365125"/>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37"/>
          <p:cNvSpPr txBox="1">
            <a:spLocks noGrp="1"/>
          </p:cNvSpPr>
          <p:nvPr>
            <p:ph type="ftr" idx="11"/>
          </p:nvPr>
        </p:nvSpPr>
        <p:spPr>
          <a:xfrm>
            <a:off x="581192" y="6423914"/>
            <a:ext cx="691721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37"/>
          <p:cNvSpPr txBox="1">
            <a:spLocks noGrp="1"/>
          </p:cNvSpPr>
          <p:nvPr>
            <p:ph type="sldNum" idx="12"/>
          </p:nvPr>
        </p:nvSpPr>
        <p:spPr>
          <a:xfrm>
            <a:off x="10558300" y="6423914"/>
            <a:ext cx="105251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4"/>
        <p:cNvGrpSpPr/>
        <p:nvPr/>
      </p:nvGrpSpPr>
      <p:grpSpPr>
        <a:xfrm>
          <a:off x="0" y="0"/>
          <a:ext cx="0" cy="0"/>
          <a:chOff x="0" y="0"/>
          <a:chExt cx="0" cy="0"/>
        </a:xfrm>
      </p:grpSpPr>
      <p:sp>
        <p:nvSpPr>
          <p:cNvPr id="45" name="Google Shape;45;p38"/>
          <p:cNvSpPr/>
          <p:nvPr/>
        </p:nvSpPr>
        <p:spPr>
          <a:xfrm>
            <a:off x="447817" y="5141974"/>
            <a:ext cx="11290860" cy="1258827"/>
          </a:xfrm>
          <a:prstGeom prst="rect">
            <a:avLst/>
          </a:prstGeom>
          <a:solidFill>
            <a:srgbClr val="4653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38"/>
          <p:cNvSpPr txBox="1">
            <a:spLocks noGrp="1"/>
          </p:cNvSpPr>
          <p:nvPr>
            <p:ph type="title"/>
          </p:nvPr>
        </p:nvSpPr>
        <p:spPr>
          <a:xfrm>
            <a:off x="581193" y="2393950"/>
            <a:ext cx="11029615" cy="2147467"/>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rgbClr val="3F3F3F"/>
              </a:buClr>
              <a:buSzPts val="3600"/>
              <a:buFont typeface="Franklin Gothic"/>
              <a:buNone/>
              <a:defRPr sz="3600" b="0" cap="none">
                <a:solidFill>
                  <a:srgbClr val="3F3F3F"/>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38"/>
          <p:cNvSpPr txBox="1">
            <a:spLocks noGrp="1"/>
          </p:cNvSpPr>
          <p:nvPr>
            <p:ph type="body" idx="1"/>
          </p:nvPr>
        </p:nvSpPr>
        <p:spPr>
          <a:xfrm>
            <a:off x="581192" y="4541417"/>
            <a:ext cx="11029615" cy="600556"/>
          </a:xfrm>
          <a:prstGeom prst="rect">
            <a:avLst/>
          </a:prstGeom>
          <a:noFill/>
          <a:ln>
            <a:noFill/>
          </a:ln>
        </p:spPr>
        <p:txBody>
          <a:bodyPr spcFirstLastPara="1" wrap="square" lIns="91425" tIns="45700" rIns="91425" bIns="45700" anchor="t" anchorCtr="0">
            <a:normAutofit/>
          </a:bodyPr>
          <a:lstStyle>
            <a:lvl1pPr marL="457200" lvl="0" indent="-228600" algn="l">
              <a:lnSpc>
                <a:spcPct val="110000"/>
              </a:lnSpc>
              <a:spcBef>
                <a:spcPts val="360"/>
              </a:spcBef>
              <a:spcAft>
                <a:spcPts val="0"/>
              </a:spcAft>
              <a:buSzPts val="1656"/>
              <a:buNone/>
              <a:defRPr sz="1800" cap="none">
                <a:solidFill>
                  <a:schemeClr val="accent1"/>
                </a:solidFill>
              </a:defRPr>
            </a:lvl1pPr>
            <a:lvl2pPr marL="914400" lvl="1" indent="-228600" algn="l">
              <a:spcBef>
                <a:spcPts val="600"/>
              </a:spcBef>
              <a:spcAft>
                <a:spcPts val="0"/>
              </a:spcAft>
              <a:buSzPts val="1656"/>
              <a:buNone/>
              <a:defRPr sz="1800">
                <a:solidFill>
                  <a:srgbClr val="888888"/>
                </a:solidFill>
              </a:defRPr>
            </a:lvl2pPr>
            <a:lvl3pPr marL="1371600" lvl="2" indent="-228600" algn="l">
              <a:spcBef>
                <a:spcPts val="600"/>
              </a:spcBef>
              <a:spcAft>
                <a:spcPts val="0"/>
              </a:spcAft>
              <a:buSzPts val="1472"/>
              <a:buNone/>
              <a:defRPr sz="1600">
                <a:solidFill>
                  <a:srgbClr val="888888"/>
                </a:solidFill>
              </a:defRPr>
            </a:lvl3pPr>
            <a:lvl4pPr marL="1828800" lvl="3" indent="-228600" algn="l">
              <a:spcBef>
                <a:spcPts val="600"/>
              </a:spcBef>
              <a:spcAft>
                <a:spcPts val="0"/>
              </a:spcAft>
              <a:buSzPts val="1288"/>
              <a:buNone/>
              <a:defRPr sz="1400">
                <a:solidFill>
                  <a:srgbClr val="888888"/>
                </a:solidFill>
              </a:defRPr>
            </a:lvl4pPr>
            <a:lvl5pPr marL="2286000" lvl="4" indent="-228600" algn="l">
              <a:spcBef>
                <a:spcPts val="600"/>
              </a:spcBef>
              <a:spcAft>
                <a:spcPts val="0"/>
              </a:spcAft>
              <a:buSzPts val="1288"/>
              <a:buNone/>
              <a:defRPr sz="1400">
                <a:solidFill>
                  <a:srgbClr val="888888"/>
                </a:solidFill>
              </a:defRPr>
            </a:lvl5pPr>
            <a:lvl6pPr marL="2743200" lvl="5" indent="-228600" algn="l">
              <a:spcBef>
                <a:spcPts val="600"/>
              </a:spcBef>
              <a:spcAft>
                <a:spcPts val="0"/>
              </a:spcAft>
              <a:buSzPts val="1288"/>
              <a:buNone/>
              <a:defRPr sz="1400">
                <a:solidFill>
                  <a:srgbClr val="888888"/>
                </a:solidFill>
              </a:defRPr>
            </a:lvl6pPr>
            <a:lvl7pPr marL="3200400" lvl="6" indent="-228600" algn="l">
              <a:spcBef>
                <a:spcPts val="600"/>
              </a:spcBef>
              <a:spcAft>
                <a:spcPts val="0"/>
              </a:spcAft>
              <a:buSzPts val="1288"/>
              <a:buNone/>
              <a:defRPr sz="1400">
                <a:solidFill>
                  <a:srgbClr val="888888"/>
                </a:solidFill>
              </a:defRPr>
            </a:lvl7pPr>
            <a:lvl8pPr marL="3657600" lvl="7" indent="-228600" algn="l">
              <a:spcBef>
                <a:spcPts val="600"/>
              </a:spcBef>
              <a:spcAft>
                <a:spcPts val="0"/>
              </a:spcAft>
              <a:buSzPts val="1288"/>
              <a:buNone/>
              <a:defRPr sz="1400">
                <a:solidFill>
                  <a:srgbClr val="888888"/>
                </a:solidFill>
              </a:defRPr>
            </a:lvl8pPr>
            <a:lvl9pPr marL="4114800" lvl="8" indent="-228600" algn="l">
              <a:spcBef>
                <a:spcPts val="600"/>
              </a:spcBef>
              <a:spcAft>
                <a:spcPts val="600"/>
              </a:spcAft>
              <a:buSzPts val="1288"/>
              <a:buNone/>
              <a:defRPr sz="1400">
                <a:solidFill>
                  <a:srgbClr val="888888"/>
                </a:solidFill>
              </a:defRPr>
            </a:lvl9pPr>
          </a:lstStyle>
          <a:p>
            <a:endParaRPr/>
          </a:p>
        </p:txBody>
      </p:sp>
      <p:sp>
        <p:nvSpPr>
          <p:cNvPr id="48" name="Google Shape;48;p38"/>
          <p:cNvSpPr txBox="1">
            <a:spLocks noGrp="1"/>
          </p:cNvSpPr>
          <p:nvPr>
            <p:ph type="dt" idx="10"/>
          </p:nvPr>
        </p:nvSpPr>
        <p:spPr>
          <a:xfrm>
            <a:off x="7605951" y="6423914"/>
            <a:ext cx="2844799" cy="365125"/>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38"/>
          <p:cNvSpPr txBox="1">
            <a:spLocks noGrp="1"/>
          </p:cNvSpPr>
          <p:nvPr>
            <p:ph type="ftr" idx="11"/>
          </p:nvPr>
        </p:nvSpPr>
        <p:spPr>
          <a:xfrm>
            <a:off x="581192" y="6423914"/>
            <a:ext cx="691721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0" name="Google Shape;50;p38"/>
          <p:cNvSpPr txBox="1">
            <a:spLocks noGrp="1"/>
          </p:cNvSpPr>
          <p:nvPr>
            <p:ph type="sldNum" idx="12"/>
          </p:nvPr>
        </p:nvSpPr>
        <p:spPr>
          <a:xfrm>
            <a:off x="10558300" y="6423914"/>
            <a:ext cx="105251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51"/>
        <p:cNvGrpSpPr/>
        <p:nvPr/>
      </p:nvGrpSpPr>
      <p:grpSpPr>
        <a:xfrm>
          <a:off x="0" y="0"/>
          <a:ext cx="0" cy="0"/>
          <a:chOff x="0" y="0"/>
          <a:chExt cx="0" cy="0"/>
        </a:xfrm>
      </p:grpSpPr>
      <p:sp>
        <p:nvSpPr>
          <p:cNvPr id="52" name="Google Shape;52;p39"/>
          <p:cNvSpPr txBox="1">
            <a:spLocks noGrp="1"/>
          </p:cNvSpPr>
          <p:nvPr>
            <p:ph type="title"/>
          </p:nvPr>
        </p:nvSpPr>
        <p:spPr>
          <a:xfrm>
            <a:off x="581193" y="729658"/>
            <a:ext cx="11029616" cy="988332"/>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rgbClr val="3F3F3F"/>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39"/>
          <p:cNvSpPr txBox="1">
            <a:spLocks noGrp="1"/>
          </p:cNvSpPr>
          <p:nvPr>
            <p:ph type="body" idx="1"/>
          </p:nvPr>
        </p:nvSpPr>
        <p:spPr>
          <a:xfrm>
            <a:off x="581191" y="2250891"/>
            <a:ext cx="5194769" cy="557784"/>
          </a:xfrm>
          <a:prstGeom prst="rect">
            <a:avLst/>
          </a:prstGeom>
          <a:noFill/>
          <a:ln>
            <a:noFill/>
          </a:ln>
        </p:spPr>
        <p:txBody>
          <a:bodyPr spcFirstLastPara="1" wrap="square" lIns="91425" tIns="45700" rIns="91425" bIns="45700" anchor="ctr" anchorCtr="0">
            <a:noAutofit/>
          </a:bodyPr>
          <a:lstStyle>
            <a:lvl1pPr marL="457200" lvl="0" indent="-228600" algn="l">
              <a:lnSpc>
                <a:spcPct val="110000"/>
              </a:lnSpc>
              <a:spcBef>
                <a:spcPts val="400"/>
              </a:spcBef>
              <a:spcAft>
                <a:spcPts val="0"/>
              </a:spcAft>
              <a:buSzPts val="1840"/>
              <a:buNone/>
              <a:defRPr sz="2000" b="0">
                <a:solidFill>
                  <a:srgbClr val="3F3F3F"/>
                </a:solidFill>
              </a:defRPr>
            </a:lvl1pPr>
            <a:lvl2pPr marL="914400" lvl="1" indent="-228600" algn="l">
              <a:spcBef>
                <a:spcPts val="600"/>
              </a:spcBef>
              <a:spcAft>
                <a:spcPts val="0"/>
              </a:spcAft>
              <a:buSzPts val="1840"/>
              <a:buNone/>
              <a:defRPr sz="2000" b="1"/>
            </a:lvl2pPr>
            <a:lvl3pPr marL="1371600" lvl="2" indent="-228600" algn="l">
              <a:spcBef>
                <a:spcPts val="600"/>
              </a:spcBef>
              <a:spcAft>
                <a:spcPts val="0"/>
              </a:spcAft>
              <a:buSzPts val="1656"/>
              <a:buNone/>
              <a:defRPr sz="1800" b="1"/>
            </a:lvl3pPr>
            <a:lvl4pPr marL="1828800" lvl="3" indent="-228600" algn="l">
              <a:spcBef>
                <a:spcPts val="600"/>
              </a:spcBef>
              <a:spcAft>
                <a:spcPts val="0"/>
              </a:spcAft>
              <a:buSzPts val="1472"/>
              <a:buNone/>
              <a:defRPr sz="1600" b="1"/>
            </a:lvl4pPr>
            <a:lvl5pPr marL="2286000" lvl="4" indent="-228600" algn="l">
              <a:spcBef>
                <a:spcPts val="600"/>
              </a:spcBef>
              <a:spcAft>
                <a:spcPts val="0"/>
              </a:spcAft>
              <a:buSzPts val="1472"/>
              <a:buNone/>
              <a:defRPr sz="1600" b="1"/>
            </a:lvl5pPr>
            <a:lvl6pPr marL="2743200" lvl="5" indent="-228600" algn="l">
              <a:spcBef>
                <a:spcPts val="600"/>
              </a:spcBef>
              <a:spcAft>
                <a:spcPts val="0"/>
              </a:spcAft>
              <a:buSzPts val="1472"/>
              <a:buNone/>
              <a:defRPr sz="1600" b="1"/>
            </a:lvl6pPr>
            <a:lvl7pPr marL="3200400" lvl="6" indent="-228600" algn="l">
              <a:spcBef>
                <a:spcPts val="600"/>
              </a:spcBef>
              <a:spcAft>
                <a:spcPts val="0"/>
              </a:spcAft>
              <a:buSzPts val="1472"/>
              <a:buNone/>
              <a:defRPr sz="1600" b="1"/>
            </a:lvl7pPr>
            <a:lvl8pPr marL="3657600" lvl="7" indent="-228600" algn="l">
              <a:spcBef>
                <a:spcPts val="600"/>
              </a:spcBef>
              <a:spcAft>
                <a:spcPts val="0"/>
              </a:spcAft>
              <a:buSzPts val="1472"/>
              <a:buNone/>
              <a:defRPr sz="1600" b="1"/>
            </a:lvl8pPr>
            <a:lvl9pPr marL="4114800" lvl="8" indent="-228600" algn="l">
              <a:spcBef>
                <a:spcPts val="600"/>
              </a:spcBef>
              <a:spcAft>
                <a:spcPts val="600"/>
              </a:spcAft>
              <a:buSzPts val="1472"/>
              <a:buNone/>
              <a:defRPr sz="1600" b="1"/>
            </a:lvl9pPr>
          </a:lstStyle>
          <a:p>
            <a:endParaRPr/>
          </a:p>
        </p:txBody>
      </p:sp>
      <p:sp>
        <p:nvSpPr>
          <p:cNvPr id="54" name="Google Shape;54;p39"/>
          <p:cNvSpPr txBox="1">
            <a:spLocks noGrp="1"/>
          </p:cNvSpPr>
          <p:nvPr>
            <p:ph type="body" idx="2"/>
          </p:nvPr>
        </p:nvSpPr>
        <p:spPr>
          <a:xfrm>
            <a:off x="581194" y="2926052"/>
            <a:ext cx="5194766" cy="2934999"/>
          </a:xfrm>
          <a:prstGeom prst="rect">
            <a:avLst/>
          </a:prstGeom>
          <a:noFill/>
          <a:ln>
            <a:noFill/>
          </a:ln>
        </p:spPr>
        <p:txBody>
          <a:bodyPr spcFirstLastPara="1" wrap="square" lIns="91425" tIns="45700" rIns="91425" bIns="45700" anchor="t" anchorCtr="0">
            <a:normAutofit/>
          </a:bodyPr>
          <a:lstStyle>
            <a:lvl1pPr marL="457200" lvl="0" indent="-333756" algn="l">
              <a:lnSpc>
                <a:spcPct val="110000"/>
              </a:lnSpc>
              <a:spcBef>
                <a:spcPts val="360"/>
              </a:spcBef>
              <a:spcAft>
                <a:spcPts val="0"/>
              </a:spcAft>
              <a:buSzPts val="1656"/>
              <a:buChar char="◼"/>
              <a:defRPr/>
            </a:lvl1pPr>
            <a:lvl2pPr marL="914400" lvl="1" indent="-333756" algn="l">
              <a:spcBef>
                <a:spcPts val="600"/>
              </a:spcBef>
              <a:spcAft>
                <a:spcPts val="0"/>
              </a:spcAft>
              <a:buSzPts val="1656"/>
              <a:buChar char="◼"/>
              <a:defRPr/>
            </a:lvl2pPr>
            <a:lvl3pPr marL="1371600" lvl="2" indent="-333756" algn="l">
              <a:spcBef>
                <a:spcPts val="600"/>
              </a:spcBef>
              <a:spcAft>
                <a:spcPts val="0"/>
              </a:spcAft>
              <a:buSzPts val="1656"/>
              <a:buChar char="◼"/>
              <a:defRPr/>
            </a:lvl3pPr>
            <a:lvl4pPr marL="1828800" lvl="3" indent="-333756" algn="l">
              <a:spcBef>
                <a:spcPts val="600"/>
              </a:spcBef>
              <a:spcAft>
                <a:spcPts val="0"/>
              </a:spcAft>
              <a:buSzPts val="1656"/>
              <a:buChar char="◼"/>
              <a:defRPr/>
            </a:lvl4pPr>
            <a:lvl5pPr marL="2286000" lvl="4" indent="-333756" algn="l">
              <a:spcBef>
                <a:spcPts val="600"/>
              </a:spcBef>
              <a:spcAft>
                <a:spcPts val="0"/>
              </a:spcAft>
              <a:buSzPts val="1656"/>
              <a:buChar char="◼"/>
              <a:defRPr/>
            </a:lvl5pPr>
            <a:lvl6pPr marL="2743200" lvl="5" indent="-333756" algn="l">
              <a:spcBef>
                <a:spcPts val="600"/>
              </a:spcBef>
              <a:spcAft>
                <a:spcPts val="0"/>
              </a:spcAft>
              <a:buSzPts val="1656"/>
              <a:buChar char="◼"/>
              <a:defRPr/>
            </a:lvl6pPr>
            <a:lvl7pPr marL="3200400" lvl="6" indent="-333756" algn="l">
              <a:spcBef>
                <a:spcPts val="600"/>
              </a:spcBef>
              <a:spcAft>
                <a:spcPts val="0"/>
              </a:spcAft>
              <a:buSzPts val="1656"/>
              <a:buChar char="◼"/>
              <a:defRPr/>
            </a:lvl7pPr>
            <a:lvl8pPr marL="3657600" lvl="7" indent="-333756" algn="l">
              <a:spcBef>
                <a:spcPts val="600"/>
              </a:spcBef>
              <a:spcAft>
                <a:spcPts val="0"/>
              </a:spcAft>
              <a:buSzPts val="1656"/>
              <a:buChar char="◼"/>
              <a:defRPr/>
            </a:lvl8pPr>
            <a:lvl9pPr marL="4114800" lvl="8" indent="-333756" algn="l">
              <a:spcBef>
                <a:spcPts val="600"/>
              </a:spcBef>
              <a:spcAft>
                <a:spcPts val="600"/>
              </a:spcAft>
              <a:buSzPts val="1656"/>
              <a:buChar char="◼"/>
              <a:defRPr/>
            </a:lvl9pPr>
          </a:lstStyle>
          <a:p>
            <a:endParaRPr/>
          </a:p>
        </p:txBody>
      </p:sp>
      <p:sp>
        <p:nvSpPr>
          <p:cNvPr id="55" name="Google Shape;55;p39"/>
          <p:cNvSpPr txBox="1">
            <a:spLocks noGrp="1"/>
          </p:cNvSpPr>
          <p:nvPr>
            <p:ph type="body" idx="3"/>
          </p:nvPr>
        </p:nvSpPr>
        <p:spPr>
          <a:xfrm>
            <a:off x="6416039" y="2250892"/>
            <a:ext cx="5194770" cy="553373"/>
          </a:xfrm>
          <a:prstGeom prst="rect">
            <a:avLst/>
          </a:prstGeom>
          <a:noFill/>
          <a:ln>
            <a:noFill/>
          </a:ln>
        </p:spPr>
        <p:txBody>
          <a:bodyPr spcFirstLastPara="1" wrap="square" lIns="91425" tIns="45700" rIns="91425" bIns="45700" anchor="ctr" anchorCtr="0">
            <a:noAutofit/>
          </a:bodyPr>
          <a:lstStyle>
            <a:lvl1pPr marL="457200" marR="0" lvl="0" indent="-228600" algn="l">
              <a:lnSpc>
                <a:spcPct val="100000"/>
              </a:lnSpc>
              <a:spcBef>
                <a:spcPts val="400"/>
              </a:spcBef>
              <a:spcAft>
                <a:spcPts val="0"/>
              </a:spcAft>
              <a:buClr>
                <a:schemeClr val="accent1"/>
              </a:buClr>
              <a:buSzPts val="1840"/>
              <a:buFont typeface="Noto Sans Symbols"/>
              <a:buNone/>
              <a:defRPr sz="2000" b="0">
                <a:solidFill>
                  <a:srgbClr val="3F3F3F"/>
                </a:solidFill>
              </a:defRPr>
            </a:lvl1pPr>
            <a:lvl2pPr marL="914400" lvl="1" indent="-228600" algn="l">
              <a:spcBef>
                <a:spcPts val="600"/>
              </a:spcBef>
              <a:spcAft>
                <a:spcPts val="0"/>
              </a:spcAft>
              <a:buSzPts val="1840"/>
              <a:buNone/>
              <a:defRPr sz="2000" b="1"/>
            </a:lvl2pPr>
            <a:lvl3pPr marL="1371600" lvl="2" indent="-228600" algn="l">
              <a:spcBef>
                <a:spcPts val="600"/>
              </a:spcBef>
              <a:spcAft>
                <a:spcPts val="0"/>
              </a:spcAft>
              <a:buSzPts val="1656"/>
              <a:buNone/>
              <a:defRPr sz="1800" b="1"/>
            </a:lvl3pPr>
            <a:lvl4pPr marL="1828800" lvl="3" indent="-228600" algn="l">
              <a:spcBef>
                <a:spcPts val="600"/>
              </a:spcBef>
              <a:spcAft>
                <a:spcPts val="0"/>
              </a:spcAft>
              <a:buSzPts val="1472"/>
              <a:buNone/>
              <a:defRPr sz="1600" b="1"/>
            </a:lvl4pPr>
            <a:lvl5pPr marL="2286000" lvl="4" indent="-228600" algn="l">
              <a:spcBef>
                <a:spcPts val="600"/>
              </a:spcBef>
              <a:spcAft>
                <a:spcPts val="0"/>
              </a:spcAft>
              <a:buSzPts val="1472"/>
              <a:buNone/>
              <a:defRPr sz="1600" b="1"/>
            </a:lvl5pPr>
            <a:lvl6pPr marL="2743200" lvl="5" indent="-228600" algn="l">
              <a:spcBef>
                <a:spcPts val="600"/>
              </a:spcBef>
              <a:spcAft>
                <a:spcPts val="0"/>
              </a:spcAft>
              <a:buSzPts val="1472"/>
              <a:buNone/>
              <a:defRPr sz="1600" b="1"/>
            </a:lvl6pPr>
            <a:lvl7pPr marL="3200400" lvl="6" indent="-228600" algn="l">
              <a:spcBef>
                <a:spcPts val="600"/>
              </a:spcBef>
              <a:spcAft>
                <a:spcPts val="0"/>
              </a:spcAft>
              <a:buSzPts val="1472"/>
              <a:buNone/>
              <a:defRPr sz="1600" b="1"/>
            </a:lvl7pPr>
            <a:lvl8pPr marL="3657600" lvl="7" indent="-228600" algn="l">
              <a:spcBef>
                <a:spcPts val="600"/>
              </a:spcBef>
              <a:spcAft>
                <a:spcPts val="0"/>
              </a:spcAft>
              <a:buSzPts val="1472"/>
              <a:buNone/>
              <a:defRPr sz="1600" b="1"/>
            </a:lvl8pPr>
            <a:lvl9pPr marL="4114800" lvl="8" indent="-228600" algn="l">
              <a:spcBef>
                <a:spcPts val="600"/>
              </a:spcBef>
              <a:spcAft>
                <a:spcPts val="600"/>
              </a:spcAft>
              <a:buSzPts val="1472"/>
              <a:buNone/>
              <a:defRPr sz="1600" b="1"/>
            </a:lvl9pPr>
          </a:lstStyle>
          <a:p>
            <a:endParaRPr/>
          </a:p>
        </p:txBody>
      </p:sp>
      <p:sp>
        <p:nvSpPr>
          <p:cNvPr id="56" name="Google Shape;56;p39"/>
          <p:cNvSpPr txBox="1">
            <a:spLocks noGrp="1"/>
          </p:cNvSpPr>
          <p:nvPr>
            <p:ph type="body" idx="4"/>
          </p:nvPr>
        </p:nvSpPr>
        <p:spPr>
          <a:xfrm>
            <a:off x="6416037" y="2926052"/>
            <a:ext cx="5194771" cy="2934999"/>
          </a:xfrm>
          <a:prstGeom prst="rect">
            <a:avLst/>
          </a:prstGeom>
          <a:noFill/>
          <a:ln>
            <a:noFill/>
          </a:ln>
        </p:spPr>
        <p:txBody>
          <a:bodyPr spcFirstLastPara="1" wrap="square" lIns="91425" tIns="45700" rIns="91425" bIns="45700" anchor="t" anchorCtr="0">
            <a:normAutofit/>
          </a:bodyPr>
          <a:lstStyle>
            <a:lvl1pPr marL="457200" lvl="0" indent="-333756" algn="l">
              <a:lnSpc>
                <a:spcPct val="110000"/>
              </a:lnSpc>
              <a:spcBef>
                <a:spcPts val="360"/>
              </a:spcBef>
              <a:spcAft>
                <a:spcPts val="0"/>
              </a:spcAft>
              <a:buSzPts val="1656"/>
              <a:buChar char="◼"/>
              <a:defRPr/>
            </a:lvl1pPr>
            <a:lvl2pPr marL="914400" lvl="1" indent="-333756" algn="l">
              <a:spcBef>
                <a:spcPts val="600"/>
              </a:spcBef>
              <a:spcAft>
                <a:spcPts val="0"/>
              </a:spcAft>
              <a:buSzPts val="1656"/>
              <a:buChar char="◼"/>
              <a:defRPr/>
            </a:lvl2pPr>
            <a:lvl3pPr marL="1371600" lvl="2" indent="-333756" algn="l">
              <a:spcBef>
                <a:spcPts val="600"/>
              </a:spcBef>
              <a:spcAft>
                <a:spcPts val="0"/>
              </a:spcAft>
              <a:buSzPts val="1656"/>
              <a:buChar char="◼"/>
              <a:defRPr/>
            </a:lvl3pPr>
            <a:lvl4pPr marL="1828800" lvl="3" indent="-333756" algn="l">
              <a:spcBef>
                <a:spcPts val="600"/>
              </a:spcBef>
              <a:spcAft>
                <a:spcPts val="0"/>
              </a:spcAft>
              <a:buSzPts val="1656"/>
              <a:buChar char="◼"/>
              <a:defRPr/>
            </a:lvl4pPr>
            <a:lvl5pPr marL="2286000" lvl="4" indent="-333756" algn="l">
              <a:spcBef>
                <a:spcPts val="600"/>
              </a:spcBef>
              <a:spcAft>
                <a:spcPts val="0"/>
              </a:spcAft>
              <a:buSzPts val="1656"/>
              <a:buChar char="◼"/>
              <a:defRPr/>
            </a:lvl5pPr>
            <a:lvl6pPr marL="2743200" lvl="5" indent="-333756" algn="l">
              <a:spcBef>
                <a:spcPts val="600"/>
              </a:spcBef>
              <a:spcAft>
                <a:spcPts val="0"/>
              </a:spcAft>
              <a:buSzPts val="1656"/>
              <a:buChar char="◼"/>
              <a:defRPr/>
            </a:lvl6pPr>
            <a:lvl7pPr marL="3200400" lvl="6" indent="-333756" algn="l">
              <a:spcBef>
                <a:spcPts val="600"/>
              </a:spcBef>
              <a:spcAft>
                <a:spcPts val="0"/>
              </a:spcAft>
              <a:buSzPts val="1656"/>
              <a:buChar char="◼"/>
              <a:defRPr/>
            </a:lvl7pPr>
            <a:lvl8pPr marL="3657600" lvl="7" indent="-333756" algn="l">
              <a:spcBef>
                <a:spcPts val="600"/>
              </a:spcBef>
              <a:spcAft>
                <a:spcPts val="0"/>
              </a:spcAft>
              <a:buSzPts val="1656"/>
              <a:buChar char="◼"/>
              <a:defRPr/>
            </a:lvl8pPr>
            <a:lvl9pPr marL="4114800" lvl="8" indent="-333756" algn="l">
              <a:spcBef>
                <a:spcPts val="600"/>
              </a:spcBef>
              <a:spcAft>
                <a:spcPts val="600"/>
              </a:spcAft>
              <a:buSzPts val="1656"/>
              <a:buChar char="◼"/>
              <a:defRPr/>
            </a:lvl9pPr>
          </a:lstStyle>
          <a:p>
            <a:endParaRPr/>
          </a:p>
        </p:txBody>
      </p:sp>
      <p:sp>
        <p:nvSpPr>
          <p:cNvPr id="57" name="Google Shape;57;p39"/>
          <p:cNvSpPr txBox="1">
            <a:spLocks noGrp="1"/>
          </p:cNvSpPr>
          <p:nvPr>
            <p:ph type="dt" idx="10"/>
          </p:nvPr>
        </p:nvSpPr>
        <p:spPr>
          <a:xfrm>
            <a:off x="7605951" y="6423914"/>
            <a:ext cx="2844799" cy="365125"/>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8" name="Google Shape;58;p39"/>
          <p:cNvSpPr txBox="1">
            <a:spLocks noGrp="1"/>
          </p:cNvSpPr>
          <p:nvPr>
            <p:ph type="ftr" idx="11"/>
          </p:nvPr>
        </p:nvSpPr>
        <p:spPr>
          <a:xfrm>
            <a:off x="581192" y="6423914"/>
            <a:ext cx="691721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39"/>
          <p:cNvSpPr txBox="1">
            <a:spLocks noGrp="1"/>
          </p:cNvSpPr>
          <p:nvPr>
            <p:ph type="sldNum" idx="12"/>
          </p:nvPr>
        </p:nvSpPr>
        <p:spPr>
          <a:xfrm>
            <a:off x="10558300" y="6423914"/>
            <a:ext cx="105251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0"/>
        <p:cNvGrpSpPr/>
        <p:nvPr/>
      </p:nvGrpSpPr>
      <p:grpSpPr>
        <a:xfrm>
          <a:off x="0" y="0"/>
          <a:ext cx="0" cy="0"/>
          <a:chOff x="0" y="0"/>
          <a:chExt cx="0" cy="0"/>
        </a:xfrm>
      </p:grpSpPr>
      <p:sp>
        <p:nvSpPr>
          <p:cNvPr id="61" name="Google Shape;61;p40"/>
          <p:cNvSpPr txBox="1">
            <a:spLocks noGrp="1"/>
          </p:cNvSpPr>
          <p:nvPr>
            <p:ph type="dt" idx="10"/>
          </p:nvPr>
        </p:nvSpPr>
        <p:spPr>
          <a:xfrm>
            <a:off x="7605951" y="6423914"/>
            <a:ext cx="2844799" cy="365125"/>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2" name="Google Shape;62;p40"/>
          <p:cNvSpPr txBox="1">
            <a:spLocks noGrp="1"/>
          </p:cNvSpPr>
          <p:nvPr>
            <p:ph type="ftr" idx="11"/>
          </p:nvPr>
        </p:nvSpPr>
        <p:spPr>
          <a:xfrm>
            <a:off x="581192" y="6423914"/>
            <a:ext cx="691721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40"/>
          <p:cNvSpPr txBox="1">
            <a:spLocks noGrp="1"/>
          </p:cNvSpPr>
          <p:nvPr>
            <p:ph type="sldNum" idx="12"/>
          </p:nvPr>
        </p:nvSpPr>
        <p:spPr>
          <a:xfrm>
            <a:off x="10558300" y="6423914"/>
            <a:ext cx="105251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4"/>
        <p:cNvGrpSpPr/>
        <p:nvPr/>
      </p:nvGrpSpPr>
      <p:grpSpPr>
        <a:xfrm>
          <a:off x="0" y="0"/>
          <a:ext cx="0" cy="0"/>
          <a:chOff x="0" y="0"/>
          <a:chExt cx="0" cy="0"/>
        </a:xfrm>
      </p:grpSpPr>
      <p:sp>
        <p:nvSpPr>
          <p:cNvPr id="65" name="Google Shape;65;p41"/>
          <p:cNvSpPr/>
          <p:nvPr/>
        </p:nvSpPr>
        <p:spPr>
          <a:xfrm>
            <a:off x="447817" y="601200"/>
            <a:ext cx="3682723" cy="5815475"/>
          </a:xfrm>
          <a:prstGeom prst="rect">
            <a:avLst/>
          </a:prstGeom>
          <a:solidFill>
            <a:srgbClr val="4653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41"/>
          <p:cNvSpPr txBox="1">
            <a:spLocks noGrp="1"/>
          </p:cNvSpPr>
          <p:nvPr>
            <p:ph type="title"/>
          </p:nvPr>
        </p:nvSpPr>
        <p:spPr>
          <a:xfrm>
            <a:off x="767857" y="933450"/>
            <a:ext cx="3031852" cy="1722419"/>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rgbClr val="FFFFFF"/>
              </a:buClr>
              <a:buSzPts val="2400"/>
              <a:buFont typeface="Franklin Gothic"/>
              <a:buNone/>
              <a:defRPr sz="2400" b="0">
                <a:solidFill>
                  <a:srgbClr val="FFFFFF"/>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41"/>
          <p:cNvSpPr txBox="1">
            <a:spLocks noGrp="1"/>
          </p:cNvSpPr>
          <p:nvPr>
            <p:ph type="body" idx="1"/>
          </p:nvPr>
        </p:nvSpPr>
        <p:spPr>
          <a:xfrm>
            <a:off x="4900928" y="1179829"/>
            <a:ext cx="6650991" cy="4658216"/>
          </a:xfrm>
          <a:prstGeom prst="rect">
            <a:avLst/>
          </a:prstGeom>
          <a:noFill/>
          <a:ln>
            <a:noFill/>
          </a:ln>
        </p:spPr>
        <p:txBody>
          <a:bodyPr spcFirstLastPara="1" wrap="square" lIns="91425" tIns="45700" rIns="91425" bIns="45700" anchor="ctr" anchorCtr="0">
            <a:normAutofit/>
          </a:bodyPr>
          <a:lstStyle>
            <a:lvl1pPr marL="457200" lvl="0" indent="-345440" algn="l">
              <a:lnSpc>
                <a:spcPct val="110000"/>
              </a:lnSpc>
              <a:spcBef>
                <a:spcPts val="400"/>
              </a:spcBef>
              <a:spcAft>
                <a:spcPts val="0"/>
              </a:spcAft>
              <a:buSzPts val="1840"/>
              <a:buChar char="◼"/>
              <a:defRPr sz="2000">
                <a:solidFill>
                  <a:schemeClr val="dk2"/>
                </a:solidFill>
              </a:defRPr>
            </a:lvl1pPr>
            <a:lvl2pPr marL="914400" lvl="1" indent="-333756" algn="l">
              <a:spcBef>
                <a:spcPts val="600"/>
              </a:spcBef>
              <a:spcAft>
                <a:spcPts val="0"/>
              </a:spcAft>
              <a:buSzPts val="1656"/>
              <a:buChar char="◼"/>
              <a:defRPr sz="1800">
                <a:solidFill>
                  <a:schemeClr val="dk2"/>
                </a:solidFill>
              </a:defRPr>
            </a:lvl2pPr>
            <a:lvl3pPr marL="1371600" lvl="2" indent="-322072" algn="l">
              <a:spcBef>
                <a:spcPts val="600"/>
              </a:spcBef>
              <a:spcAft>
                <a:spcPts val="0"/>
              </a:spcAft>
              <a:buSzPts val="1472"/>
              <a:buChar char="◼"/>
              <a:defRPr sz="1600">
                <a:solidFill>
                  <a:schemeClr val="dk2"/>
                </a:solidFill>
              </a:defRPr>
            </a:lvl3pPr>
            <a:lvl4pPr marL="1828800" lvl="3" indent="-310388" algn="l">
              <a:spcBef>
                <a:spcPts val="600"/>
              </a:spcBef>
              <a:spcAft>
                <a:spcPts val="0"/>
              </a:spcAft>
              <a:buSzPts val="1288"/>
              <a:buChar char="◼"/>
              <a:defRPr sz="1400">
                <a:solidFill>
                  <a:schemeClr val="dk2"/>
                </a:solidFill>
              </a:defRPr>
            </a:lvl4pPr>
            <a:lvl5pPr marL="2286000" lvl="4" indent="-310388" algn="l">
              <a:spcBef>
                <a:spcPts val="600"/>
              </a:spcBef>
              <a:spcAft>
                <a:spcPts val="0"/>
              </a:spcAft>
              <a:buSzPts val="1288"/>
              <a:buChar char="◼"/>
              <a:defRPr sz="1400">
                <a:solidFill>
                  <a:schemeClr val="dk2"/>
                </a:solidFill>
              </a:defRPr>
            </a:lvl5pPr>
            <a:lvl6pPr marL="2743200" lvl="5" indent="-310388" algn="l">
              <a:spcBef>
                <a:spcPts val="600"/>
              </a:spcBef>
              <a:spcAft>
                <a:spcPts val="0"/>
              </a:spcAft>
              <a:buSzPts val="1288"/>
              <a:buChar char="◼"/>
              <a:defRPr sz="1400">
                <a:solidFill>
                  <a:schemeClr val="dk2"/>
                </a:solidFill>
              </a:defRPr>
            </a:lvl6pPr>
            <a:lvl7pPr marL="3200400" lvl="6" indent="-310388" algn="l">
              <a:spcBef>
                <a:spcPts val="600"/>
              </a:spcBef>
              <a:spcAft>
                <a:spcPts val="0"/>
              </a:spcAft>
              <a:buSzPts val="1288"/>
              <a:buChar char="◼"/>
              <a:defRPr sz="1400">
                <a:solidFill>
                  <a:schemeClr val="dk2"/>
                </a:solidFill>
              </a:defRPr>
            </a:lvl7pPr>
            <a:lvl8pPr marL="3657600" lvl="7" indent="-310388" algn="l">
              <a:spcBef>
                <a:spcPts val="600"/>
              </a:spcBef>
              <a:spcAft>
                <a:spcPts val="0"/>
              </a:spcAft>
              <a:buSzPts val="1288"/>
              <a:buChar char="◼"/>
              <a:defRPr sz="1400">
                <a:solidFill>
                  <a:schemeClr val="dk2"/>
                </a:solidFill>
              </a:defRPr>
            </a:lvl8pPr>
            <a:lvl9pPr marL="4114800" lvl="8" indent="-310388" algn="l">
              <a:spcBef>
                <a:spcPts val="600"/>
              </a:spcBef>
              <a:spcAft>
                <a:spcPts val="600"/>
              </a:spcAft>
              <a:buSzPts val="1288"/>
              <a:buChar char="◼"/>
              <a:defRPr sz="1400">
                <a:solidFill>
                  <a:schemeClr val="dk2"/>
                </a:solidFill>
              </a:defRPr>
            </a:lvl9pPr>
          </a:lstStyle>
          <a:p>
            <a:endParaRPr/>
          </a:p>
        </p:txBody>
      </p:sp>
      <p:sp>
        <p:nvSpPr>
          <p:cNvPr id="68" name="Google Shape;68;p41"/>
          <p:cNvSpPr txBox="1">
            <a:spLocks noGrp="1"/>
          </p:cNvSpPr>
          <p:nvPr>
            <p:ph type="body" idx="2"/>
          </p:nvPr>
        </p:nvSpPr>
        <p:spPr>
          <a:xfrm>
            <a:off x="767857" y="2836654"/>
            <a:ext cx="3031852" cy="3001392"/>
          </a:xfrm>
          <a:prstGeom prst="rect">
            <a:avLst/>
          </a:prstGeom>
          <a:noFill/>
          <a:ln>
            <a:noFill/>
          </a:ln>
        </p:spPr>
        <p:txBody>
          <a:bodyPr spcFirstLastPara="1" wrap="square" lIns="91425" tIns="45700" rIns="91425" bIns="45700" anchor="t" anchorCtr="0">
            <a:normAutofit/>
          </a:bodyPr>
          <a:lstStyle>
            <a:lvl1pPr marL="457200" lvl="0" indent="-228600" algn="l">
              <a:lnSpc>
                <a:spcPct val="110000"/>
              </a:lnSpc>
              <a:spcBef>
                <a:spcPts val="320"/>
              </a:spcBef>
              <a:spcAft>
                <a:spcPts val="0"/>
              </a:spcAft>
              <a:buSzPts val="1472"/>
              <a:buNone/>
              <a:defRPr sz="1600">
                <a:solidFill>
                  <a:srgbClr val="FFFFFF"/>
                </a:solidFill>
              </a:defRPr>
            </a:lvl1pPr>
            <a:lvl2pPr marL="914400" lvl="1" indent="-228600" algn="l">
              <a:spcBef>
                <a:spcPts val="600"/>
              </a:spcBef>
              <a:spcAft>
                <a:spcPts val="0"/>
              </a:spcAft>
              <a:buSzPts val="1012"/>
              <a:buNone/>
              <a:defRPr sz="1100"/>
            </a:lvl2pPr>
            <a:lvl3pPr marL="1371600" lvl="2" indent="-228600" algn="l">
              <a:spcBef>
                <a:spcPts val="600"/>
              </a:spcBef>
              <a:spcAft>
                <a:spcPts val="0"/>
              </a:spcAft>
              <a:buSzPts val="920"/>
              <a:buNone/>
              <a:defRPr sz="1000"/>
            </a:lvl3pPr>
            <a:lvl4pPr marL="1828800" lvl="3" indent="-228600" algn="l">
              <a:spcBef>
                <a:spcPts val="600"/>
              </a:spcBef>
              <a:spcAft>
                <a:spcPts val="0"/>
              </a:spcAft>
              <a:buSzPts val="828"/>
              <a:buNone/>
              <a:defRPr sz="900"/>
            </a:lvl4pPr>
            <a:lvl5pPr marL="2286000" lvl="4" indent="-228600" algn="l">
              <a:spcBef>
                <a:spcPts val="600"/>
              </a:spcBef>
              <a:spcAft>
                <a:spcPts val="0"/>
              </a:spcAft>
              <a:buSzPts val="828"/>
              <a:buNone/>
              <a:defRPr sz="900"/>
            </a:lvl5pPr>
            <a:lvl6pPr marL="2743200" lvl="5" indent="-228600" algn="l">
              <a:spcBef>
                <a:spcPts val="600"/>
              </a:spcBef>
              <a:spcAft>
                <a:spcPts val="0"/>
              </a:spcAft>
              <a:buSzPts val="828"/>
              <a:buNone/>
              <a:defRPr sz="900"/>
            </a:lvl6pPr>
            <a:lvl7pPr marL="3200400" lvl="6" indent="-228600" algn="l">
              <a:spcBef>
                <a:spcPts val="600"/>
              </a:spcBef>
              <a:spcAft>
                <a:spcPts val="0"/>
              </a:spcAft>
              <a:buSzPts val="828"/>
              <a:buNone/>
              <a:defRPr sz="900"/>
            </a:lvl7pPr>
            <a:lvl8pPr marL="3657600" lvl="7" indent="-228600" algn="l">
              <a:spcBef>
                <a:spcPts val="600"/>
              </a:spcBef>
              <a:spcAft>
                <a:spcPts val="0"/>
              </a:spcAft>
              <a:buSzPts val="828"/>
              <a:buNone/>
              <a:defRPr sz="900"/>
            </a:lvl8pPr>
            <a:lvl9pPr marL="4114800" lvl="8" indent="-228600" algn="l">
              <a:spcBef>
                <a:spcPts val="600"/>
              </a:spcBef>
              <a:spcAft>
                <a:spcPts val="600"/>
              </a:spcAft>
              <a:buSzPts val="828"/>
              <a:buNone/>
              <a:defRPr sz="900"/>
            </a:lvl9pPr>
          </a:lstStyle>
          <a:p>
            <a:endParaRPr/>
          </a:p>
        </p:txBody>
      </p:sp>
      <p:sp>
        <p:nvSpPr>
          <p:cNvPr id="69" name="Google Shape;69;p41"/>
          <p:cNvSpPr txBox="1">
            <a:spLocks noGrp="1"/>
          </p:cNvSpPr>
          <p:nvPr>
            <p:ph type="dt" idx="10"/>
          </p:nvPr>
        </p:nvSpPr>
        <p:spPr>
          <a:xfrm>
            <a:off x="7605951" y="6456916"/>
            <a:ext cx="2844799" cy="365125"/>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41"/>
          <p:cNvSpPr txBox="1">
            <a:spLocks noGrp="1"/>
          </p:cNvSpPr>
          <p:nvPr>
            <p:ph type="ftr" idx="11"/>
          </p:nvPr>
        </p:nvSpPr>
        <p:spPr>
          <a:xfrm>
            <a:off x="581192" y="6452590"/>
            <a:ext cx="691721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41"/>
          <p:cNvSpPr txBox="1">
            <a:spLocks noGrp="1"/>
          </p:cNvSpPr>
          <p:nvPr>
            <p:ph type="sldNum" idx="12"/>
          </p:nvPr>
        </p:nvSpPr>
        <p:spPr>
          <a:xfrm>
            <a:off x="10558300" y="6456916"/>
            <a:ext cx="105251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2"/>
        <p:cNvGrpSpPr/>
        <p:nvPr/>
      </p:nvGrpSpPr>
      <p:grpSpPr>
        <a:xfrm>
          <a:off x="0" y="0"/>
          <a:ext cx="0" cy="0"/>
          <a:chOff x="0" y="0"/>
          <a:chExt cx="0" cy="0"/>
        </a:xfrm>
      </p:grpSpPr>
      <p:sp>
        <p:nvSpPr>
          <p:cNvPr id="73" name="Google Shape;73;p42"/>
          <p:cNvSpPr txBox="1">
            <a:spLocks noGrp="1"/>
          </p:cNvSpPr>
          <p:nvPr>
            <p:ph type="title"/>
          </p:nvPr>
        </p:nvSpPr>
        <p:spPr>
          <a:xfrm>
            <a:off x="581193" y="4693389"/>
            <a:ext cx="11029616" cy="566738"/>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rgbClr val="3F3F3F"/>
              </a:buClr>
              <a:buSzPts val="2400"/>
              <a:buFont typeface="Franklin Gothic"/>
              <a:buNone/>
              <a:defRPr sz="2400" b="0">
                <a:solidFill>
                  <a:srgbClr val="3F3F3F"/>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4" name="Google Shape;74;p42"/>
          <p:cNvSpPr>
            <a:spLocks noGrp="1"/>
          </p:cNvSpPr>
          <p:nvPr>
            <p:ph type="pic" idx="2"/>
          </p:nvPr>
        </p:nvSpPr>
        <p:spPr>
          <a:xfrm>
            <a:off x="447817" y="641350"/>
            <a:ext cx="11290859" cy="3651249"/>
          </a:xfrm>
          <a:prstGeom prst="rect">
            <a:avLst/>
          </a:prstGeom>
          <a:noFill/>
          <a:ln>
            <a:noFill/>
          </a:ln>
        </p:spPr>
      </p:sp>
      <p:sp>
        <p:nvSpPr>
          <p:cNvPr id="75" name="Google Shape;75;p42"/>
          <p:cNvSpPr txBox="1">
            <a:spLocks noGrp="1"/>
          </p:cNvSpPr>
          <p:nvPr>
            <p:ph type="body" idx="1"/>
          </p:nvPr>
        </p:nvSpPr>
        <p:spPr>
          <a:xfrm>
            <a:off x="581192" y="5260127"/>
            <a:ext cx="11029617" cy="998148"/>
          </a:xfrm>
          <a:prstGeom prst="rect">
            <a:avLst/>
          </a:prstGeom>
          <a:noFill/>
          <a:ln>
            <a:noFill/>
          </a:ln>
        </p:spPr>
        <p:txBody>
          <a:bodyPr spcFirstLastPara="1" wrap="square" lIns="91425" tIns="45700" rIns="91425" bIns="45700" anchor="t" anchorCtr="0">
            <a:normAutofit/>
          </a:bodyPr>
          <a:lstStyle>
            <a:lvl1pPr marL="457200" lvl="0" indent="-228600" algn="l">
              <a:lnSpc>
                <a:spcPct val="110000"/>
              </a:lnSpc>
              <a:spcBef>
                <a:spcPts val="320"/>
              </a:spcBef>
              <a:spcAft>
                <a:spcPts val="0"/>
              </a:spcAft>
              <a:buSzPts val="1472"/>
              <a:buNone/>
              <a:defRPr sz="1600"/>
            </a:lvl1pPr>
            <a:lvl2pPr marL="914400" lvl="1" indent="-228600" algn="l">
              <a:spcBef>
                <a:spcPts val="600"/>
              </a:spcBef>
              <a:spcAft>
                <a:spcPts val="0"/>
              </a:spcAft>
              <a:buSzPts val="1104"/>
              <a:buNone/>
              <a:defRPr sz="1200"/>
            </a:lvl2pPr>
            <a:lvl3pPr marL="1371600" lvl="2" indent="-228600" algn="l">
              <a:spcBef>
                <a:spcPts val="600"/>
              </a:spcBef>
              <a:spcAft>
                <a:spcPts val="0"/>
              </a:spcAft>
              <a:buSzPts val="920"/>
              <a:buNone/>
              <a:defRPr sz="1000"/>
            </a:lvl3pPr>
            <a:lvl4pPr marL="1828800" lvl="3" indent="-228600" algn="l">
              <a:spcBef>
                <a:spcPts val="600"/>
              </a:spcBef>
              <a:spcAft>
                <a:spcPts val="0"/>
              </a:spcAft>
              <a:buSzPts val="828"/>
              <a:buNone/>
              <a:defRPr sz="900"/>
            </a:lvl4pPr>
            <a:lvl5pPr marL="2286000" lvl="4" indent="-228600" algn="l">
              <a:spcBef>
                <a:spcPts val="600"/>
              </a:spcBef>
              <a:spcAft>
                <a:spcPts val="0"/>
              </a:spcAft>
              <a:buSzPts val="828"/>
              <a:buNone/>
              <a:defRPr sz="900"/>
            </a:lvl5pPr>
            <a:lvl6pPr marL="2743200" lvl="5" indent="-228600" algn="l">
              <a:spcBef>
                <a:spcPts val="600"/>
              </a:spcBef>
              <a:spcAft>
                <a:spcPts val="0"/>
              </a:spcAft>
              <a:buSzPts val="828"/>
              <a:buNone/>
              <a:defRPr sz="900"/>
            </a:lvl6pPr>
            <a:lvl7pPr marL="3200400" lvl="6" indent="-228600" algn="l">
              <a:spcBef>
                <a:spcPts val="600"/>
              </a:spcBef>
              <a:spcAft>
                <a:spcPts val="0"/>
              </a:spcAft>
              <a:buSzPts val="828"/>
              <a:buNone/>
              <a:defRPr sz="900"/>
            </a:lvl7pPr>
            <a:lvl8pPr marL="3657600" lvl="7" indent="-228600" algn="l">
              <a:spcBef>
                <a:spcPts val="600"/>
              </a:spcBef>
              <a:spcAft>
                <a:spcPts val="0"/>
              </a:spcAft>
              <a:buSzPts val="828"/>
              <a:buNone/>
              <a:defRPr sz="900"/>
            </a:lvl8pPr>
            <a:lvl9pPr marL="4114800" lvl="8" indent="-228600" algn="l">
              <a:spcBef>
                <a:spcPts val="600"/>
              </a:spcBef>
              <a:spcAft>
                <a:spcPts val="600"/>
              </a:spcAft>
              <a:buSzPts val="828"/>
              <a:buNone/>
              <a:defRPr sz="900"/>
            </a:lvl9pPr>
          </a:lstStyle>
          <a:p>
            <a:endParaRPr/>
          </a:p>
        </p:txBody>
      </p:sp>
      <p:sp>
        <p:nvSpPr>
          <p:cNvPr id="76" name="Google Shape;76;p42"/>
          <p:cNvSpPr txBox="1">
            <a:spLocks noGrp="1"/>
          </p:cNvSpPr>
          <p:nvPr>
            <p:ph type="dt" idx="10"/>
          </p:nvPr>
        </p:nvSpPr>
        <p:spPr>
          <a:xfrm>
            <a:off x="7605951" y="6423914"/>
            <a:ext cx="2844799" cy="365125"/>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42"/>
          <p:cNvSpPr txBox="1">
            <a:spLocks noGrp="1"/>
          </p:cNvSpPr>
          <p:nvPr>
            <p:ph type="ftr" idx="11"/>
          </p:nvPr>
        </p:nvSpPr>
        <p:spPr>
          <a:xfrm>
            <a:off x="581192" y="6423914"/>
            <a:ext cx="691721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42"/>
          <p:cNvSpPr txBox="1">
            <a:spLocks noGrp="1"/>
          </p:cNvSpPr>
          <p:nvPr>
            <p:ph type="sldNum" idx="12"/>
          </p:nvPr>
        </p:nvSpPr>
        <p:spPr>
          <a:xfrm>
            <a:off x="10558300" y="6423914"/>
            <a:ext cx="105251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9"/>
        <p:cNvGrpSpPr/>
        <p:nvPr/>
      </p:nvGrpSpPr>
      <p:grpSpPr>
        <a:xfrm>
          <a:off x="0" y="0"/>
          <a:ext cx="0" cy="0"/>
          <a:chOff x="0" y="0"/>
          <a:chExt cx="0" cy="0"/>
        </a:xfrm>
      </p:grpSpPr>
      <p:sp>
        <p:nvSpPr>
          <p:cNvPr id="80" name="Google Shape;80;p43"/>
          <p:cNvSpPr txBox="1">
            <a:spLocks noGrp="1"/>
          </p:cNvSpPr>
          <p:nvPr>
            <p:ph type="title"/>
          </p:nvPr>
        </p:nvSpPr>
        <p:spPr>
          <a:xfrm>
            <a:off x="581192" y="702156"/>
            <a:ext cx="11029616" cy="10138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rgbClr val="3F3F3F"/>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1" name="Google Shape;81;p43"/>
          <p:cNvSpPr txBox="1">
            <a:spLocks noGrp="1"/>
          </p:cNvSpPr>
          <p:nvPr>
            <p:ph type="body" idx="1"/>
          </p:nvPr>
        </p:nvSpPr>
        <p:spPr>
          <a:xfrm rot="5400000">
            <a:off x="4269977" y="-1352782"/>
            <a:ext cx="3652047" cy="11029616"/>
          </a:xfrm>
          <a:prstGeom prst="rect">
            <a:avLst/>
          </a:prstGeom>
          <a:noFill/>
          <a:ln>
            <a:noFill/>
          </a:ln>
        </p:spPr>
        <p:txBody>
          <a:bodyPr spcFirstLastPara="1" wrap="square" lIns="91425" tIns="45700" rIns="91425" bIns="45700" anchor="t" anchorCtr="0">
            <a:normAutofit/>
          </a:bodyPr>
          <a:lstStyle>
            <a:lvl1pPr marL="457200" lvl="0" indent="-327914" algn="l">
              <a:lnSpc>
                <a:spcPct val="110000"/>
              </a:lnSpc>
              <a:spcBef>
                <a:spcPts val="340"/>
              </a:spcBef>
              <a:spcAft>
                <a:spcPts val="0"/>
              </a:spcAft>
              <a:buSzPts val="1564"/>
              <a:buChar char="◼"/>
              <a:defRPr/>
            </a:lvl1pPr>
            <a:lvl2pPr marL="914400" lvl="1" indent="-310387" algn="l">
              <a:spcBef>
                <a:spcPts val="600"/>
              </a:spcBef>
              <a:spcAft>
                <a:spcPts val="0"/>
              </a:spcAft>
              <a:buSzPts val="1288"/>
              <a:buChar char="◼"/>
              <a:defRPr/>
            </a:lvl2pPr>
            <a:lvl3pPr marL="1371600" lvl="2" indent="-304546" algn="l">
              <a:spcBef>
                <a:spcPts val="600"/>
              </a:spcBef>
              <a:spcAft>
                <a:spcPts val="0"/>
              </a:spcAft>
              <a:buSzPts val="1196"/>
              <a:buChar char="◼"/>
              <a:defRPr/>
            </a:lvl3pPr>
            <a:lvl4pPr marL="1828800" lvl="3" indent="-292861" algn="l">
              <a:spcBef>
                <a:spcPts val="600"/>
              </a:spcBef>
              <a:spcAft>
                <a:spcPts val="0"/>
              </a:spcAft>
              <a:buSzPts val="1012"/>
              <a:buChar char="◼"/>
              <a:defRPr/>
            </a:lvl4pPr>
            <a:lvl5pPr marL="2286000" lvl="4" indent="-292861" algn="l">
              <a:spcBef>
                <a:spcPts val="600"/>
              </a:spcBef>
              <a:spcAft>
                <a:spcPts val="0"/>
              </a:spcAft>
              <a:buSzPts val="1012"/>
              <a:buChar char="◼"/>
              <a:defRPr/>
            </a:lvl5pPr>
            <a:lvl6pPr marL="2743200" lvl="5" indent="-333756" algn="l">
              <a:spcBef>
                <a:spcPts val="600"/>
              </a:spcBef>
              <a:spcAft>
                <a:spcPts val="0"/>
              </a:spcAft>
              <a:buSzPts val="1656"/>
              <a:buChar char="◼"/>
              <a:defRPr/>
            </a:lvl6pPr>
            <a:lvl7pPr marL="3200400" lvl="6" indent="-333756" algn="l">
              <a:spcBef>
                <a:spcPts val="600"/>
              </a:spcBef>
              <a:spcAft>
                <a:spcPts val="0"/>
              </a:spcAft>
              <a:buSzPts val="1656"/>
              <a:buChar char="◼"/>
              <a:defRPr/>
            </a:lvl7pPr>
            <a:lvl8pPr marL="3657600" lvl="7" indent="-333756" algn="l">
              <a:spcBef>
                <a:spcPts val="600"/>
              </a:spcBef>
              <a:spcAft>
                <a:spcPts val="0"/>
              </a:spcAft>
              <a:buSzPts val="1656"/>
              <a:buChar char="◼"/>
              <a:defRPr/>
            </a:lvl8pPr>
            <a:lvl9pPr marL="4114800" lvl="8" indent="-333756" algn="l">
              <a:spcBef>
                <a:spcPts val="600"/>
              </a:spcBef>
              <a:spcAft>
                <a:spcPts val="600"/>
              </a:spcAft>
              <a:buSzPts val="1656"/>
              <a:buChar char="◼"/>
              <a:defRPr/>
            </a:lvl9pPr>
          </a:lstStyle>
          <a:p>
            <a:endParaRPr/>
          </a:p>
        </p:txBody>
      </p:sp>
      <p:sp>
        <p:nvSpPr>
          <p:cNvPr id="82" name="Google Shape;82;p43"/>
          <p:cNvSpPr txBox="1">
            <a:spLocks noGrp="1"/>
          </p:cNvSpPr>
          <p:nvPr>
            <p:ph type="dt" idx="10"/>
          </p:nvPr>
        </p:nvSpPr>
        <p:spPr>
          <a:xfrm>
            <a:off x="7605951" y="6423914"/>
            <a:ext cx="2844799" cy="365125"/>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43"/>
          <p:cNvSpPr txBox="1">
            <a:spLocks noGrp="1"/>
          </p:cNvSpPr>
          <p:nvPr>
            <p:ph type="ftr" idx="11"/>
          </p:nvPr>
        </p:nvSpPr>
        <p:spPr>
          <a:xfrm>
            <a:off x="581192" y="6423914"/>
            <a:ext cx="691721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43"/>
          <p:cNvSpPr txBox="1">
            <a:spLocks noGrp="1"/>
          </p:cNvSpPr>
          <p:nvPr>
            <p:ph type="sldNum" idx="12"/>
          </p:nvPr>
        </p:nvSpPr>
        <p:spPr>
          <a:xfrm>
            <a:off x="10558300" y="6423914"/>
            <a:ext cx="105251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Vertical Title and Text" type="vertTitleAndTx">
  <p:cSld name="VERTICAL_TITLE_AND_VERTICAL_TEXT">
    <p:spTree>
      <p:nvGrpSpPr>
        <p:cNvPr id="1" name="Shape 85"/>
        <p:cNvGrpSpPr/>
        <p:nvPr/>
      </p:nvGrpSpPr>
      <p:grpSpPr>
        <a:xfrm>
          <a:off x="0" y="0"/>
          <a:ext cx="0" cy="0"/>
          <a:chOff x="0" y="0"/>
          <a:chExt cx="0" cy="0"/>
        </a:xfrm>
      </p:grpSpPr>
      <p:sp>
        <p:nvSpPr>
          <p:cNvPr id="86" name="Google Shape;86;p44"/>
          <p:cNvSpPr/>
          <p:nvPr/>
        </p:nvSpPr>
        <p:spPr>
          <a:xfrm>
            <a:off x="8058151" y="599725"/>
            <a:ext cx="3687316" cy="5816950"/>
          </a:xfrm>
          <a:prstGeom prst="rect">
            <a:avLst/>
          </a:prstGeom>
          <a:solidFill>
            <a:srgbClr val="4653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44"/>
          <p:cNvSpPr txBox="1">
            <a:spLocks noGrp="1"/>
          </p:cNvSpPr>
          <p:nvPr>
            <p:ph type="title"/>
          </p:nvPr>
        </p:nvSpPr>
        <p:spPr>
          <a:xfrm rot="5400000">
            <a:off x="7362637" y="1705163"/>
            <a:ext cx="4807326" cy="312420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rgbClr val="FFFFFF"/>
              </a:buClr>
              <a:buSzPts val="2800"/>
              <a:buFont typeface="Franklin Gothic"/>
              <a:buNone/>
              <a:defRPr>
                <a:solidFill>
                  <a:srgbClr val="FFFFFF"/>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44"/>
          <p:cNvSpPr txBox="1">
            <a:spLocks noGrp="1"/>
          </p:cNvSpPr>
          <p:nvPr>
            <p:ph type="body" idx="1"/>
          </p:nvPr>
        </p:nvSpPr>
        <p:spPr>
          <a:xfrm rot="5400000">
            <a:off x="1952072" y="-313549"/>
            <a:ext cx="4807326" cy="7161625"/>
          </a:xfrm>
          <a:prstGeom prst="rect">
            <a:avLst/>
          </a:prstGeom>
          <a:noFill/>
          <a:ln>
            <a:noFill/>
          </a:ln>
        </p:spPr>
        <p:txBody>
          <a:bodyPr spcFirstLastPara="1" wrap="square" lIns="91425" tIns="45700" rIns="91425" bIns="45700" anchor="t" anchorCtr="0">
            <a:normAutofit/>
          </a:bodyPr>
          <a:lstStyle>
            <a:lvl1pPr marL="457200" lvl="0" indent="-333756" algn="l">
              <a:lnSpc>
                <a:spcPct val="110000"/>
              </a:lnSpc>
              <a:spcBef>
                <a:spcPts val="360"/>
              </a:spcBef>
              <a:spcAft>
                <a:spcPts val="0"/>
              </a:spcAft>
              <a:buSzPts val="1656"/>
              <a:buChar char="◼"/>
              <a:defRPr/>
            </a:lvl1pPr>
            <a:lvl2pPr marL="914400" lvl="1" indent="-333756" algn="l">
              <a:spcBef>
                <a:spcPts val="600"/>
              </a:spcBef>
              <a:spcAft>
                <a:spcPts val="0"/>
              </a:spcAft>
              <a:buSzPts val="1656"/>
              <a:buChar char="◼"/>
              <a:defRPr/>
            </a:lvl2pPr>
            <a:lvl3pPr marL="1371600" lvl="2" indent="-333756" algn="l">
              <a:spcBef>
                <a:spcPts val="600"/>
              </a:spcBef>
              <a:spcAft>
                <a:spcPts val="0"/>
              </a:spcAft>
              <a:buSzPts val="1656"/>
              <a:buChar char="◼"/>
              <a:defRPr/>
            </a:lvl3pPr>
            <a:lvl4pPr marL="1828800" lvl="3" indent="-333756" algn="l">
              <a:spcBef>
                <a:spcPts val="600"/>
              </a:spcBef>
              <a:spcAft>
                <a:spcPts val="0"/>
              </a:spcAft>
              <a:buSzPts val="1656"/>
              <a:buChar char="◼"/>
              <a:defRPr/>
            </a:lvl4pPr>
            <a:lvl5pPr marL="2286000" lvl="4" indent="-333756" algn="l">
              <a:spcBef>
                <a:spcPts val="600"/>
              </a:spcBef>
              <a:spcAft>
                <a:spcPts val="0"/>
              </a:spcAft>
              <a:buSzPts val="1656"/>
              <a:buChar char="◼"/>
              <a:defRPr/>
            </a:lvl5pPr>
            <a:lvl6pPr marL="2743200" lvl="5" indent="-333756" algn="l">
              <a:spcBef>
                <a:spcPts val="600"/>
              </a:spcBef>
              <a:spcAft>
                <a:spcPts val="0"/>
              </a:spcAft>
              <a:buSzPts val="1656"/>
              <a:buChar char="◼"/>
              <a:defRPr/>
            </a:lvl6pPr>
            <a:lvl7pPr marL="3200400" lvl="6" indent="-333756" algn="l">
              <a:spcBef>
                <a:spcPts val="600"/>
              </a:spcBef>
              <a:spcAft>
                <a:spcPts val="0"/>
              </a:spcAft>
              <a:buSzPts val="1656"/>
              <a:buChar char="◼"/>
              <a:defRPr/>
            </a:lvl7pPr>
            <a:lvl8pPr marL="3657600" lvl="7" indent="-333756" algn="l">
              <a:spcBef>
                <a:spcPts val="600"/>
              </a:spcBef>
              <a:spcAft>
                <a:spcPts val="0"/>
              </a:spcAft>
              <a:buSzPts val="1656"/>
              <a:buChar char="◼"/>
              <a:defRPr/>
            </a:lvl8pPr>
            <a:lvl9pPr marL="4114800" lvl="8" indent="-333756" algn="l">
              <a:spcBef>
                <a:spcPts val="600"/>
              </a:spcBef>
              <a:spcAft>
                <a:spcPts val="600"/>
              </a:spcAft>
              <a:buSzPts val="1656"/>
              <a:buChar char="◼"/>
              <a:defRPr/>
            </a:lvl9pPr>
          </a:lstStyle>
          <a:p>
            <a:endParaRPr/>
          </a:p>
        </p:txBody>
      </p:sp>
      <p:sp>
        <p:nvSpPr>
          <p:cNvPr id="89" name="Google Shape;89;p44"/>
          <p:cNvSpPr/>
          <p:nvPr/>
        </p:nvSpPr>
        <p:spPr>
          <a:xfrm>
            <a:off x="446534" y="457200"/>
            <a:ext cx="3703320" cy="94997"/>
          </a:xfrm>
          <a:prstGeom prst="rect">
            <a:avLst/>
          </a:prstGeom>
          <a:solidFill>
            <a:srgbClr val="969F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44"/>
          <p:cNvSpPr/>
          <p:nvPr/>
        </p:nvSpPr>
        <p:spPr>
          <a:xfrm>
            <a:off x="8042147" y="453643"/>
            <a:ext cx="3703320" cy="98554"/>
          </a:xfrm>
          <a:prstGeom prst="rect">
            <a:avLst/>
          </a:prstGeom>
          <a:solidFill>
            <a:srgbClr val="4653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44"/>
          <p:cNvSpPr/>
          <p:nvPr/>
        </p:nvSpPr>
        <p:spPr>
          <a:xfrm>
            <a:off x="4241830" y="457200"/>
            <a:ext cx="3703320" cy="9144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44"/>
          <p:cNvSpPr txBox="1">
            <a:spLocks noGrp="1"/>
          </p:cNvSpPr>
          <p:nvPr>
            <p:ph type="dt" idx="10"/>
          </p:nvPr>
        </p:nvSpPr>
        <p:spPr>
          <a:xfrm>
            <a:off x="7605951" y="6423914"/>
            <a:ext cx="2844799" cy="365125"/>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3" name="Google Shape;93;p44"/>
          <p:cNvSpPr txBox="1">
            <a:spLocks noGrp="1"/>
          </p:cNvSpPr>
          <p:nvPr>
            <p:ph type="ftr" idx="11"/>
          </p:nvPr>
        </p:nvSpPr>
        <p:spPr>
          <a:xfrm>
            <a:off x="581192" y="6423914"/>
            <a:ext cx="691721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44"/>
          <p:cNvSpPr txBox="1">
            <a:spLocks noGrp="1"/>
          </p:cNvSpPr>
          <p:nvPr>
            <p:ph type="sldNum" idx="12"/>
          </p:nvPr>
        </p:nvSpPr>
        <p:spPr>
          <a:xfrm>
            <a:off x="10558300" y="6423914"/>
            <a:ext cx="105251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33"/>
          <p:cNvSpPr txBox="1">
            <a:spLocks noGrp="1"/>
          </p:cNvSpPr>
          <p:nvPr>
            <p:ph type="title"/>
          </p:nvPr>
        </p:nvSpPr>
        <p:spPr>
          <a:xfrm>
            <a:off x="581192" y="705124"/>
            <a:ext cx="11029616" cy="1189554"/>
          </a:xfrm>
          <a:prstGeom prst="rect">
            <a:avLst/>
          </a:prstGeom>
          <a:noFill/>
          <a:ln>
            <a:noFill/>
          </a:ln>
        </p:spPr>
        <p:txBody>
          <a:bodyPr spcFirstLastPara="1" wrap="square" lIns="91425" tIns="45700" rIns="91425" bIns="45700" anchor="b" anchorCtr="0">
            <a:normAutofit/>
          </a:bodyPr>
          <a:lstStyle>
            <a:lvl1pPr marR="0" lvl="0" algn="l" rtl="0">
              <a:lnSpc>
                <a:spcPct val="100000"/>
              </a:lnSpc>
              <a:spcBef>
                <a:spcPts val="0"/>
              </a:spcBef>
              <a:spcAft>
                <a:spcPts val="0"/>
              </a:spcAft>
              <a:buClr>
                <a:srgbClr val="3F3F3F"/>
              </a:buClr>
              <a:buSzPts val="2800"/>
              <a:buFont typeface="Franklin Gothic"/>
              <a:buNone/>
              <a:defRPr sz="2800" b="0" i="0" u="none" strike="noStrike" cap="none">
                <a:solidFill>
                  <a:srgbClr val="3F3F3F"/>
                </a:solidFill>
                <a:latin typeface="Franklin Gothic"/>
                <a:ea typeface="Franklin Gothic"/>
                <a:cs typeface="Franklin Gothic"/>
                <a:sym typeface="Franklin Gothic"/>
              </a:defRPr>
            </a:lvl1pPr>
            <a:lvl2pPr marR="0" lvl="1" algn="l" rtl="0">
              <a:spcBef>
                <a:spcPts val="0"/>
              </a:spcBef>
              <a:spcAft>
                <a:spcPts val="0"/>
              </a:spcAft>
              <a:buSzPts val="1400"/>
              <a:buNone/>
              <a:defRPr sz="1800" b="0" i="0" u="none" strike="noStrike" cap="none">
                <a:solidFill>
                  <a:schemeClr val="dk2"/>
                </a:solidFill>
              </a:defRPr>
            </a:lvl2pPr>
            <a:lvl3pPr marR="0" lvl="2" algn="l" rtl="0">
              <a:spcBef>
                <a:spcPts val="0"/>
              </a:spcBef>
              <a:spcAft>
                <a:spcPts val="0"/>
              </a:spcAft>
              <a:buSzPts val="1400"/>
              <a:buNone/>
              <a:defRPr sz="1800" b="0" i="0" u="none" strike="noStrike" cap="none">
                <a:solidFill>
                  <a:schemeClr val="dk2"/>
                </a:solidFill>
              </a:defRPr>
            </a:lvl3pPr>
            <a:lvl4pPr marR="0" lvl="3" algn="l" rtl="0">
              <a:spcBef>
                <a:spcPts val="0"/>
              </a:spcBef>
              <a:spcAft>
                <a:spcPts val="0"/>
              </a:spcAft>
              <a:buSzPts val="1400"/>
              <a:buNone/>
              <a:defRPr sz="1800" b="0" i="0" u="none" strike="noStrike" cap="none">
                <a:solidFill>
                  <a:schemeClr val="dk2"/>
                </a:solidFill>
              </a:defRPr>
            </a:lvl4pPr>
            <a:lvl5pPr marR="0" lvl="4" algn="l" rtl="0">
              <a:spcBef>
                <a:spcPts val="0"/>
              </a:spcBef>
              <a:spcAft>
                <a:spcPts val="0"/>
              </a:spcAft>
              <a:buSzPts val="1400"/>
              <a:buNone/>
              <a:defRPr sz="1800" b="0" i="0" u="none" strike="noStrike" cap="none">
                <a:solidFill>
                  <a:schemeClr val="dk2"/>
                </a:solidFill>
              </a:defRPr>
            </a:lvl5pPr>
            <a:lvl6pPr marR="0" lvl="5" algn="l" rtl="0">
              <a:spcBef>
                <a:spcPts val="0"/>
              </a:spcBef>
              <a:spcAft>
                <a:spcPts val="0"/>
              </a:spcAft>
              <a:buSzPts val="1400"/>
              <a:buNone/>
              <a:defRPr sz="1800" b="0" i="0" u="none" strike="noStrike" cap="none">
                <a:solidFill>
                  <a:schemeClr val="dk2"/>
                </a:solidFill>
              </a:defRPr>
            </a:lvl6pPr>
            <a:lvl7pPr marR="0" lvl="6" algn="l" rtl="0">
              <a:spcBef>
                <a:spcPts val="0"/>
              </a:spcBef>
              <a:spcAft>
                <a:spcPts val="0"/>
              </a:spcAft>
              <a:buSzPts val="1400"/>
              <a:buNone/>
              <a:defRPr sz="1800" b="0" i="0" u="none" strike="noStrike" cap="none">
                <a:solidFill>
                  <a:schemeClr val="dk2"/>
                </a:solidFill>
              </a:defRPr>
            </a:lvl7pPr>
            <a:lvl8pPr marR="0" lvl="7" algn="l" rtl="0">
              <a:spcBef>
                <a:spcPts val="0"/>
              </a:spcBef>
              <a:spcAft>
                <a:spcPts val="0"/>
              </a:spcAft>
              <a:buSzPts val="1400"/>
              <a:buNone/>
              <a:defRPr sz="1800" b="0" i="0" u="none" strike="noStrike" cap="none">
                <a:solidFill>
                  <a:schemeClr val="dk2"/>
                </a:solidFill>
              </a:defRPr>
            </a:lvl8pPr>
            <a:lvl9pPr marR="0" lvl="8" algn="l" rtl="0">
              <a:spcBef>
                <a:spcPts val="0"/>
              </a:spcBef>
              <a:spcAft>
                <a:spcPts val="0"/>
              </a:spcAft>
              <a:buSzPts val="1400"/>
              <a:buNone/>
              <a:defRPr sz="1800" b="0" i="0" u="none" strike="noStrike" cap="none">
                <a:solidFill>
                  <a:schemeClr val="dk2"/>
                </a:solidFill>
              </a:defRPr>
            </a:lvl9pPr>
          </a:lstStyle>
          <a:p>
            <a:endParaRPr/>
          </a:p>
        </p:txBody>
      </p:sp>
      <p:sp>
        <p:nvSpPr>
          <p:cNvPr id="11" name="Google Shape;11;p33"/>
          <p:cNvSpPr txBox="1">
            <a:spLocks noGrp="1"/>
          </p:cNvSpPr>
          <p:nvPr>
            <p:ph type="body" idx="1"/>
          </p:nvPr>
        </p:nvSpPr>
        <p:spPr>
          <a:xfrm>
            <a:off x="581192" y="2336002"/>
            <a:ext cx="11029616" cy="3652047"/>
          </a:xfrm>
          <a:prstGeom prst="rect">
            <a:avLst/>
          </a:prstGeom>
          <a:noFill/>
          <a:ln>
            <a:noFill/>
          </a:ln>
        </p:spPr>
        <p:txBody>
          <a:bodyPr spcFirstLastPara="1" wrap="square" lIns="91425" tIns="45700" rIns="91425" bIns="45700" anchor="ctr" anchorCtr="0">
            <a:normAutofit/>
          </a:bodyPr>
          <a:lstStyle>
            <a:lvl1pPr marL="457200" marR="0" lvl="0" indent="-327914" algn="l" rtl="0">
              <a:lnSpc>
                <a:spcPct val="110000"/>
              </a:lnSpc>
              <a:spcBef>
                <a:spcPts val="340"/>
              </a:spcBef>
              <a:spcAft>
                <a:spcPts val="0"/>
              </a:spcAft>
              <a:buClr>
                <a:schemeClr val="accent1"/>
              </a:buClr>
              <a:buSzPts val="1564"/>
              <a:buFont typeface="Noto Sans Symbols"/>
              <a:buChar char="◼"/>
              <a:defRPr sz="1700" b="0" i="0" u="none" strike="noStrike" cap="none">
                <a:solidFill>
                  <a:srgbClr val="3F3F3F"/>
                </a:solidFill>
                <a:latin typeface="Libre Franklin"/>
                <a:ea typeface="Libre Franklin"/>
                <a:cs typeface="Libre Franklin"/>
                <a:sym typeface="Libre Franklin"/>
              </a:defRPr>
            </a:lvl1pPr>
            <a:lvl2pPr marL="914400" marR="0" lvl="1" indent="-310387" algn="l" rtl="0">
              <a:spcBef>
                <a:spcPts val="600"/>
              </a:spcBef>
              <a:spcAft>
                <a:spcPts val="0"/>
              </a:spcAft>
              <a:buClr>
                <a:schemeClr val="accent1"/>
              </a:buClr>
              <a:buSzPts val="1288"/>
              <a:buFont typeface="Noto Sans Symbols"/>
              <a:buChar char="◼"/>
              <a:defRPr sz="1400" b="0" i="0" u="none" strike="noStrike" cap="none">
                <a:solidFill>
                  <a:srgbClr val="3F3F3F"/>
                </a:solidFill>
                <a:latin typeface="Libre Franklin"/>
                <a:ea typeface="Libre Franklin"/>
                <a:cs typeface="Libre Franklin"/>
                <a:sym typeface="Libre Franklin"/>
              </a:defRPr>
            </a:lvl2pPr>
            <a:lvl3pPr marL="1371600" marR="0" lvl="2" indent="-304546" algn="l" rtl="0">
              <a:spcBef>
                <a:spcPts val="600"/>
              </a:spcBef>
              <a:spcAft>
                <a:spcPts val="0"/>
              </a:spcAft>
              <a:buClr>
                <a:schemeClr val="accent1"/>
              </a:buClr>
              <a:buSzPts val="1196"/>
              <a:buFont typeface="Noto Sans Symbols"/>
              <a:buChar char="◼"/>
              <a:defRPr sz="1300" b="0" i="0" u="none" strike="noStrike" cap="none">
                <a:solidFill>
                  <a:srgbClr val="3F3F3F"/>
                </a:solidFill>
                <a:latin typeface="Libre Franklin"/>
                <a:ea typeface="Libre Franklin"/>
                <a:cs typeface="Libre Franklin"/>
                <a:sym typeface="Libre Franklin"/>
              </a:defRPr>
            </a:lvl3pPr>
            <a:lvl4pPr marL="1828800" marR="0" lvl="3" indent="-292861" algn="l" rtl="0">
              <a:spcBef>
                <a:spcPts val="600"/>
              </a:spcBef>
              <a:spcAft>
                <a:spcPts val="0"/>
              </a:spcAft>
              <a:buClr>
                <a:schemeClr val="accent1"/>
              </a:buClr>
              <a:buSzPts val="1012"/>
              <a:buFont typeface="Noto Sans Symbols"/>
              <a:buChar char="◼"/>
              <a:defRPr sz="1100" b="0" i="0" u="none" strike="noStrike" cap="none">
                <a:solidFill>
                  <a:srgbClr val="3F3F3F"/>
                </a:solidFill>
                <a:latin typeface="Libre Franklin"/>
                <a:ea typeface="Libre Franklin"/>
                <a:cs typeface="Libre Franklin"/>
                <a:sym typeface="Libre Franklin"/>
              </a:defRPr>
            </a:lvl4pPr>
            <a:lvl5pPr marL="2286000" marR="0" lvl="4" indent="-292861" algn="l" rtl="0">
              <a:spcBef>
                <a:spcPts val="600"/>
              </a:spcBef>
              <a:spcAft>
                <a:spcPts val="0"/>
              </a:spcAft>
              <a:buClr>
                <a:schemeClr val="accent1"/>
              </a:buClr>
              <a:buSzPts val="1012"/>
              <a:buFont typeface="Noto Sans Symbols"/>
              <a:buChar char="◼"/>
              <a:defRPr sz="1100" b="0" i="0" u="none" strike="noStrike" cap="none">
                <a:solidFill>
                  <a:srgbClr val="3F3F3F"/>
                </a:solidFill>
                <a:latin typeface="Libre Franklin"/>
                <a:ea typeface="Libre Franklin"/>
                <a:cs typeface="Libre Franklin"/>
                <a:sym typeface="Libre Franklin"/>
              </a:defRPr>
            </a:lvl5pPr>
            <a:lvl6pPr marL="2743200" marR="0" lvl="5" indent="-298704" algn="l" rtl="0">
              <a:spcBef>
                <a:spcPts val="600"/>
              </a:spcBef>
              <a:spcAft>
                <a:spcPts val="0"/>
              </a:spcAft>
              <a:buClr>
                <a:schemeClr val="accent2"/>
              </a:buClr>
              <a:buSzPts val="1104"/>
              <a:buFont typeface="Noto Sans Symbols"/>
              <a:buChar char="◼"/>
              <a:defRPr sz="1200" b="0" i="0" u="none" strike="noStrike" cap="none">
                <a:solidFill>
                  <a:schemeClr val="dk2"/>
                </a:solidFill>
                <a:latin typeface="Libre Franklin"/>
                <a:ea typeface="Libre Franklin"/>
                <a:cs typeface="Libre Franklin"/>
                <a:sym typeface="Libre Franklin"/>
              </a:defRPr>
            </a:lvl6pPr>
            <a:lvl7pPr marL="3200400" marR="0" lvl="6" indent="-298704" algn="l" rtl="0">
              <a:spcBef>
                <a:spcPts val="600"/>
              </a:spcBef>
              <a:spcAft>
                <a:spcPts val="0"/>
              </a:spcAft>
              <a:buClr>
                <a:schemeClr val="accent2"/>
              </a:buClr>
              <a:buSzPts val="1104"/>
              <a:buFont typeface="Noto Sans Symbols"/>
              <a:buChar char="◼"/>
              <a:defRPr sz="1200" b="0" i="0" u="none" strike="noStrike" cap="none">
                <a:solidFill>
                  <a:schemeClr val="dk2"/>
                </a:solidFill>
                <a:latin typeface="Libre Franklin"/>
                <a:ea typeface="Libre Franklin"/>
                <a:cs typeface="Libre Franklin"/>
                <a:sym typeface="Libre Franklin"/>
              </a:defRPr>
            </a:lvl7pPr>
            <a:lvl8pPr marL="3657600" marR="0" lvl="7" indent="-298703" algn="l" rtl="0">
              <a:spcBef>
                <a:spcPts val="600"/>
              </a:spcBef>
              <a:spcAft>
                <a:spcPts val="0"/>
              </a:spcAft>
              <a:buClr>
                <a:schemeClr val="accent2"/>
              </a:buClr>
              <a:buSzPts val="1104"/>
              <a:buFont typeface="Noto Sans Symbols"/>
              <a:buChar char="◼"/>
              <a:defRPr sz="1200" b="0" i="0" u="none" strike="noStrike" cap="none">
                <a:solidFill>
                  <a:schemeClr val="dk2"/>
                </a:solidFill>
                <a:latin typeface="Libre Franklin"/>
                <a:ea typeface="Libre Franklin"/>
                <a:cs typeface="Libre Franklin"/>
                <a:sym typeface="Libre Franklin"/>
              </a:defRPr>
            </a:lvl8pPr>
            <a:lvl9pPr marL="4114800" marR="0" lvl="8" indent="-298703" algn="l" rtl="0">
              <a:spcBef>
                <a:spcPts val="600"/>
              </a:spcBef>
              <a:spcAft>
                <a:spcPts val="600"/>
              </a:spcAft>
              <a:buClr>
                <a:schemeClr val="accent2"/>
              </a:buClr>
              <a:buSzPts val="1104"/>
              <a:buFont typeface="Noto Sans Symbols"/>
              <a:buChar char="◼"/>
              <a:defRPr sz="1200" b="0" i="0" u="none" strike="noStrike" cap="none">
                <a:solidFill>
                  <a:schemeClr val="dk2"/>
                </a:solidFill>
                <a:latin typeface="Libre Franklin"/>
                <a:ea typeface="Libre Franklin"/>
                <a:cs typeface="Libre Franklin"/>
                <a:sym typeface="Libre Franklin"/>
              </a:defRPr>
            </a:lvl9pPr>
          </a:lstStyle>
          <a:p>
            <a:endParaRPr/>
          </a:p>
        </p:txBody>
      </p:sp>
      <p:sp>
        <p:nvSpPr>
          <p:cNvPr id="12" name="Google Shape;12;p33"/>
          <p:cNvSpPr txBox="1">
            <a:spLocks noGrp="1"/>
          </p:cNvSpPr>
          <p:nvPr>
            <p:ph type="dt" idx="10"/>
          </p:nvPr>
        </p:nvSpPr>
        <p:spPr>
          <a:xfrm>
            <a:off x="7605951" y="6423914"/>
            <a:ext cx="2844799" cy="365125"/>
          </a:xfrm>
          <a:prstGeom prst="rect">
            <a:avLst/>
          </a:prstGeom>
          <a:noFill/>
          <a:ln>
            <a:noFill/>
          </a:ln>
        </p:spPr>
        <p:txBody>
          <a:bodyPr spcFirstLastPara="1" wrap="square" lIns="91425" tIns="45700" rIns="91425" bIns="45700" anchor="ctr" anchorCtr="0">
            <a:noAutofit/>
          </a:bodyPr>
          <a:lstStyle>
            <a:lvl1pPr marR="0" lvl="0" algn="r" rtl="0">
              <a:spcBef>
                <a:spcPts val="0"/>
              </a:spcBef>
              <a:spcAft>
                <a:spcPts val="0"/>
              </a:spcAft>
              <a:buSzPts val="1400"/>
              <a:buNone/>
              <a:defRPr sz="900" b="0" i="0" u="none" strike="noStrike" cap="none">
                <a:solidFill>
                  <a:srgbClr val="3F3F3F"/>
                </a:solidFill>
                <a:latin typeface="Libre Franklin"/>
                <a:ea typeface="Libre Franklin"/>
                <a:cs typeface="Libre Franklin"/>
                <a:sym typeface="Libre Franklin"/>
              </a:defRPr>
            </a:lvl1pPr>
            <a:lvl2pPr marR="0" lvl="1" algn="l" rtl="0">
              <a:spcBef>
                <a:spcPts val="0"/>
              </a:spcBef>
              <a:spcAft>
                <a:spcPts val="0"/>
              </a:spcAft>
              <a:buSzPts val="1400"/>
              <a:buNone/>
              <a:defRPr sz="1800" b="0" i="0" u="none" strike="noStrike" cap="none">
                <a:solidFill>
                  <a:schemeClr val="dk1"/>
                </a:solidFill>
                <a:latin typeface="Libre Franklin"/>
                <a:ea typeface="Libre Franklin"/>
                <a:cs typeface="Libre Franklin"/>
                <a:sym typeface="Libre Franklin"/>
              </a:defRPr>
            </a:lvl2pPr>
            <a:lvl3pPr marR="0" lvl="2" algn="l" rtl="0">
              <a:spcBef>
                <a:spcPts val="0"/>
              </a:spcBef>
              <a:spcAft>
                <a:spcPts val="0"/>
              </a:spcAft>
              <a:buSzPts val="1400"/>
              <a:buNone/>
              <a:defRPr sz="1800" b="0" i="0" u="none" strike="noStrike" cap="none">
                <a:solidFill>
                  <a:schemeClr val="dk1"/>
                </a:solidFill>
                <a:latin typeface="Libre Franklin"/>
                <a:ea typeface="Libre Franklin"/>
                <a:cs typeface="Libre Franklin"/>
                <a:sym typeface="Libre Franklin"/>
              </a:defRPr>
            </a:lvl3pPr>
            <a:lvl4pPr marR="0" lvl="3" algn="l" rtl="0">
              <a:spcBef>
                <a:spcPts val="0"/>
              </a:spcBef>
              <a:spcAft>
                <a:spcPts val="0"/>
              </a:spcAft>
              <a:buSzPts val="1400"/>
              <a:buNone/>
              <a:defRPr sz="1800" b="0" i="0" u="none" strike="noStrike" cap="none">
                <a:solidFill>
                  <a:schemeClr val="dk1"/>
                </a:solidFill>
                <a:latin typeface="Libre Franklin"/>
                <a:ea typeface="Libre Franklin"/>
                <a:cs typeface="Libre Franklin"/>
                <a:sym typeface="Libre Franklin"/>
              </a:defRPr>
            </a:lvl4pPr>
            <a:lvl5pPr marR="0" lvl="4" algn="l" rtl="0">
              <a:spcBef>
                <a:spcPts val="0"/>
              </a:spcBef>
              <a:spcAft>
                <a:spcPts val="0"/>
              </a:spcAft>
              <a:buSzPts val="1400"/>
              <a:buNone/>
              <a:defRPr sz="1800" b="0" i="0" u="none" strike="noStrike" cap="none">
                <a:solidFill>
                  <a:schemeClr val="dk1"/>
                </a:solidFill>
                <a:latin typeface="Libre Franklin"/>
                <a:ea typeface="Libre Franklin"/>
                <a:cs typeface="Libre Franklin"/>
                <a:sym typeface="Libre Franklin"/>
              </a:defRPr>
            </a:lvl5pPr>
            <a:lvl6pPr marR="0" lvl="5" algn="l" rtl="0">
              <a:spcBef>
                <a:spcPts val="0"/>
              </a:spcBef>
              <a:spcAft>
                <a:spcPts val="0"/>
              </a:spcAft>
              <a:buSzPts val="1400"/>
              <a:buNone/>
              <a:defRPr sz="1800" b="0" i="0" u="none" strike="noStrike" cap="none">
                <a:solidFill>
                  <a:schemeClr val="dk1"/>
                </a:solidFill>
                <a:latin typeface="Libre Franklin"/>
                <a:ea typeface="Libre Franklin"/>
                <a:cs typeface="Libre Franklin"/>
                <a:sym typeface="Libre Franklin"/>
              </a:defRPr>
            </a:lvl6pPr>
            <a:lvl7pPr marR="0" lvl="6" algn="l" rtl="0">
              <a:spcBef>
                <a:spcPts val="0"/>
              </a:spcBef>
              <a:spcAft>
                <a:spcPts val="0"/>
              </a:spcAft>
              <a:buSzPts val="1400"/>
              <a:buNone/>
              <a:defRPr sz="1800" b="0" i="0" u="none" strike="noStrike" cap="none">
                <a:solidFill>
                  <a:schemeClr val="dk1"/>
                </a:solidFill>
                <a:latin typeface="Libre Franklin"/>
                <a:ea typeface="Libre Franklin"/>
                <a:cs typeface="Libre Franklin"/>
                <a:sym typeface="Libre Franklin"/>
              </a:defRPr>
            </a:lvl7pPr>
            <a:lvl8pPr marR="0" lvl="7" algn="l" rtl="0">
              <a:spcBef>
                <a:spcPts val="0"/>
              </a:spcBef>
              <a:spcAft>
                <a:spcPts val="0"/>
              </a:spcAft>
              <a:buSzPts val="1400"/>
              <a:buNone/>
              <a:defRPr sz="1800" b="0" i="0" u="none" strike="noStrike" cap="none">
                <a:solidFill>
                  <a:schemeClr val="dk1"/>
                </a:solidFill>
                <a:latin typeface="Libre Franklin"/>
                <a:ea typeface="Libre Franklin"/>
                <a:cs typeface="Libre Franklin"/>
                <a:sym typeface="Libre Franklin"/>
              </a:defRPr>
            </a:lvl8pPr>
            <a:lvl9pPr marR="0" lvl="8" algn="l" rtl="0">
              <a:spcBef>
                <a:spcPts val="0"/>
              </a:spcBef>
              <a:spcAft>
                <a:spcPts val="0"/>
              </a:spcAft>
              <a:buSzPts val="1400"/>
              <a:buNone/>
              <a:defRPr sz="1800" b="0" i="0" u="none" strike="noStrike" cap="none">
                <a:solidFill>
                  <a:schemeClr val="dk1"/>
                </a:solidFill>
                <a:latin typeface="Libre Franklin"/>
                <a:ea typeface="Libre Franklin"/>
                <a:cs typeface="Libre Franklin"/>
                <a:sym typeface="Libre Franklin"/>
              </a:defRPr>
            </a:lvl9pPr>
          </a:lstStyle>
          <a:p>
            <a:endParaRPr/>
          </a:p>
        </p:txBody>
      </p:sp>
      <p:sp>
        <p:nvSpPr>
          <p:cNvPr id="13" name="Google Shape;13;p33"/>
          <p:cNvSpPr txBox="1">
            <a:spLocks noGrp="1"/>
          </p:cNvSpPr>
          <p:nvPr>
            <p:ph type="ftr" idx="11"/>
          </p:nvPr>
        </p:nvSpPr>
        <p:spPr>
          <a:xfrm>
            <a:off x="581192" y="6423914"/>
            <a:ext cx="691721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900" b="0" i="0" u="none" strike="noStrike" cap="none">
                <a:solidFill>
                  <a:srgbClr val="3F3F3F"/>
                </a:solidFill>
                <a:latin typeface="Libre Franklin"/>
                <a:ea typeface="Libre Franklin"/>
                <a:cs typeface="Libre Franklin"/>
                <a:sym typeface="Libre Franklin"/>
              </a:defRPr>
            </a:lvl1pPr>
            <a:lvl2pPr marR="0" lvl="1" algn="l" rtl="0">
              <a:spcBef>
                <a:spcPts val="0"/>
              </a:spcBef>
              <a:spcAft>
                <a:spcPts val="0"/>
              </a:spcAft>
              <a:buSzPts val="1400"/>
              <a:buNone/>
              <a:defRPr sz="1800" b="0" i="0" u="none" strike="noStrike" cap="none">
                <a:solidFill>
                  <a:schemeClr val="dk1"/>
                </a:solidFill>
                <a:latin typeface="Libre Franklin"/>
                <a:ea typeface="Libre Franklin"/>
                <a:cs typeface="Libre Franklin"/>
                <a:sym typeface="Libre Franklin"/>
              </a:defRPr>
            </a:lvl2pPr>
            <a:lvl3pPr marR="0" lvl="2" algn="l" rtl="0">
              <a:spcBef>
                <a:spcPts val="0"/>
              </a:spcBef>
              <a:spcAft>
                <a:spcPts val="0"/>
              </a:spcAft>
              <a:buSzPts val="1400"/>
              <a:buNone/>
              <a:defRPr sz="1800" b="0" i="0" u="none" strike="noStrike" cap="none">
                <a:solidFill>
                  <a:schemeClr val="dk1"/>
                </a:solidFill>
                <a:latin typeface="Libre Franklin"/>
                <a:ea typeface="Libre Franklin"/>
                <a:cs typeface="Libre Franklin"/>
                <a:sym typeface="Libre Franklin"/>
              </a:defRPr>
            </a:lvl3pPr>
            <a:lvl4pPr marR="0" lvl="3" algn="l" rtl="0">
              <a:spcBef>
                <a:spcPts val="0"/>
              </a:spcBef>
              <a:spcAft>
                <a:spcPts val="0"/>
              </a:spcAft>
              <a:buSzPts val="1400"/>
              <a:buNone/>
              <a:defRPr sz="1800" b="0" i="0" u="none" strike="noStrike" cap="none">
                <a:solidFill>
                  <a:schemeClr val="dk1"/>
                </a:solidFill>
                <a:latin typeface="Libre Franklin"/>
                <a:ea typeface="Libre Franklin"/>
                <a:cs typeface="Libre Franklin"/>
                <a:sym typeface="Libre Franklin"/>
              </a:defRPr>
            </a:lvl4pPr>
            <a:lvl5pPr marR="0" lvl="4" algn="l" rtl="0">
              <a:spcBef>
                <a:spcPts val="0"/>
              </a:spcBef>
              <a:spcAft>
                <a:spcPts val="0"/>
              </a:spcAft>
              <a:buSzPts val="1400"/>
              <a:buNone/>
              <a:defRPr sz="1800" b="0" i="0" u="none" strike="noStrike" cap="none">
                <a:solidFill>
                  <a:schemeClr val="dk1"/>
                </a:solidFill>
                <a:latin typeface="Libre Franklin"/>
                <a:ea typeface="Libre Franklin"/>
                <a:cs typeface="Libre Franklin"/>
                <a:sym typeface="Libre Franklin"/>
              </a:defRPr>
            </a:lvl5pPr>
            <a:lvl6pPr marR="0" lvl="5" algn="l" rtl="0">
              <a:spcBef>
                <a:spcPts val="0"/>
              </a:spcBef>
              <a:spcAft>
                <a:spcPts val="0"/>
              </a:spcAft>
              <a:buSzPts val="1400"/>
              <a:buNone/>
              <a:defRPr sz="1800" b="0" i="0" u="none" strike="noStrike" cap="none">
                <a:solidFill>
                  <a:schemeClr val="dk1"/>
                </a:solidFill>
                <a:latin typeface="Libre Franklin"/>
                <a:ea typeface="Libre Franklin"/>
                <a:cs typeface="Libre Franklin"/>
                <a:sym typeface="Libre Franklin"/>
              </a:defRPr>
            </a:lvl6pPr>
            <a:lvl7pPr marR="0" lvl="6" algn="l" rtl="0">
              <a:spcBef>
                <a:spcPts val="0"/>
              </a:spcBef>
              <a:spcAft>
                <a:spcPts val="0"/>
              </a:spcAft>
              <a:buSzPts val="1400"/>
              <a:buNone/>
              <a:defRPr sz="1800" b="0" i="0" u="none" strike="noStrike" cap="none">
                <a:solidFill>
                  <a:schemeClr val="dk1"/>
                </a:solidFill>
                <a:latin typeface="Libre Franklin"/>
                <a:ea typeface="Libre Franklin"/>
                <a:cs typeface="Libre Franklin"/>
                <a:sym typeface="Libre Franklin"/>
              </a:defRPr>
            </a:lvl7pPr>
            <a:lvl8pPr marR="0" lvl="7" algn="l" rtl="0">
              <a:spcBef>
                <a:spcPts val="0"/>
              </a:spcBef>
              <a:spcAft>
                <a:spcPts val="0"/>
              </a:spcAft>
              <a:buSzPts val="1400"/>
              <a:buNone/>
              <a:defRPr sz="1800" b="0" i="0" u="none" strike="noStrike" cap="none">
                <a:solidFill>
                  <a:schemeClr val="dk1"/>
                </a:solidFill>
                <a:latin typeface="Libre Franklin"/>
                <a:ea typeface="Libre Franklin"/>
                <a:cs typeface="Libre Franklin"/>
                <a:sym typeface="Libre Franklin"/>
              </a:defRPr>
            </a:lvl8pPr>
            <a:lvl9pPr marR="0" lvl="8" algn="l" rtl="0">
              <a:spcBef>
                <a:spcPts val="0"/>
              </a:spcBef>
              <a:spcAft>
                <a:spcPts val="0"/>
              </a:spcAft>
              <a:buSzPts val="1400"/>
              <a:buNone/>
              <a:defRPr sz="1800" b="0" i="0" u="none" strike="noStrike" cap="none">
                <a:solidFill>
                  <a:schemeClr val="dk1"/>
                </a:solidFill>
                <a:latin typeface="Libre Franklin"/>
                <a:ea typeface="Libre Franklin"/>
                <a:cs typeface="Libre Franklin"/>
                <a:sym typeface="Libre Franklin"/>
              </a:defRPr>
            </a:lvl9pPr>
          </a:lstStyle>
          <a:p>
            <a:endParaRPr/>
          </a:p>
        </p:txBody>
      </p:sp>
      <p:sp>
        <p:nvSpPr>
          <p:cNvPr id="14" name="Google Shape;14;p33"/>
          <p:cNvSpPr txBox="1">
            <a:spLocks noGrp="1"/>
          </p:cNvSpPr>
          <p:nvPr>
            <p:ph type="sldNum" idx="12"/>
          </p:nvPr>
        </p:nvSpPr>
        <p:spPr>
          <a:xfrm>
            <a:off x="10558300" y="6423914"/>
            <a:ext cx="105251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900" b="0" i="0" u="none" strike="noStrike" cap="none">
                <a:solidFill>
                  <a:srgbClr val="3F3F3F"/>
                </a:solidFill>
                <a:latin typeface="Libre Franklin"/>
                <a:ea typeface="Libre Franklin"/>
                <a:cs typeface="Libre Franklin"/>
                <a:sym typeface="Libre Franklin"/>
              </a:defRPr>
            </a:lvl1pPr>
            <a:lvl2pPr marL="0" marR="0" lvl="1" indent="0" algn="r" rtl="0">
              <a:spcBef>
                <a:spcPts val="0"/>
              </a:spcBef>
              <a:buNone/>
              <a:defRPr sz="900" b="0" i="0" u="none" strike="noStrike" cap="none">
                <a:solidFill>
                  <a:srgbClr val="3F3F3F"/>
                </a:solidFill>
                <a:latin typeface="Libre Franklin"/>
                <a:ea typeface="Libre Franklin"/>
                <a:cs typeface="Libre Franklin"/>
                <a:sym typeface="Libre Franklin"/>
              </a:defRPr>
            </a:lvl2pPr>
            <a:lvl3pPr marL="0" marR="0" lvl="2" indent="0" algn="r" rtl="0">
              <a:spcBef>
                <a:spcPts val="0"/>
              </a:spcBef>
              <a:buNone/>
              <a:defRPr sz="900" b="0" i="0" u="none" strike="noStrike" cap="none">
                <a:solidFill>
                  <a:srgbClr val="3F3F3F"/>
                </a:solidFill>
                <a:latin typeface="Libre Franklin"/>
                <a:ea typeface="Libre Franklin"/>
                <a:cs typeface="Libre Franklin"/>
                <a:sym typeface="Libre Franklin"/>
              </a:defRPr>
            </a:lvl3pPr>
            <a:lvl4pPr marL="0" marR="0" lvl="3" indent="0" algn="r" rtl="0">
              <a:spcBef>
                <a:spcPts val="0"/>
              </a:spcBef>
              <a:buNone/>
              <a:defRPr sz="900" b="0" i="0" u="none" strike="noStrike" cap="none">
                <a:solidFill>
                  <a:srgbClr val="3F3F3F"/>
                </a:solidFill>
                <a:latin typeface="Libre Franklin"/>
                <a:ea typeface="Libre Franklin"/>
                <a:cs typeface="Libre Franklin"/>
                <a:sym typeface="Libre Franklin"/>
              </a:defRPr>
            </a:lvl4pPr>
            <a:lvl5pPr marL="0" marR="0" lvl="4" indent="0" algn="r" rtl="0">
              <a:spcBef>
                <a:spcPts val="0"/>
              </a:spcBef>
              <a:buNone/>
              <a:defRPr sz="900" b="0" i="0" u="none" strike="noStrike" cap="none">
                <a:solidFill>
                  <a:srgbClr val="3F3F3F"/>
                </a:solidFill>
                <a:latin typeface="Libre Franklin"/>
                <a:ea typeface="Libre Franklin"/>
                <a:cs typeface="Libre Franklin"/>
                <a:sym typeface="Libre Franklin"/>
              </a:defRPr>
            </a:lvl5pPr>
            <a:lvl6pPr marL="0" marR="0" lvl="5" indent="0" algn="r" rtl="0">
              <a:spcBef>
                <a:spcPts val="0"/>
              </a:spcBef>
              <a:buNone/>
              <a:defRPr sz="900" b="0" i="0" u="none" strike="noStrike" cap="none">
                <a:solidFill>
                  <a:srgbClr val="3F3F3F"/>
                </a:solidFill>
                <a:latin typeface="Libre Franklin"/>
                <a:ea typeface="Libre Franklin"/>
                <a:cs typeface="Libre Franklin"/>
                <a:sym typeface="Libre Franklin"/>
              </a:defRPr>
            </a:lvl6pPr>
            <a:lvl7pPr marL="0" marR="0" lvl="6" indent="0" algn="r" rtl="0">
              <a:spcBef>
                <a:spcPts val="0"/>
              </a:spcBef>
              <a:buNone/>
              <a:defRPr sz="900" b="0" i="0" u="none" strike="noStrike" cap="none">
                <a:solidFill>
                  <a:srgbClr val="3F3F3F"/>
                </a:solidFill>
                <a:latin typeface="Libre Franklin"/>
                <a:ea typeface="Libre Franklin"/>
                <a:cs typeface="Libre Franklin"/>
                <a:sym typeface="Libre Franklin"/>
              </a:defRPr>
            </a:lvl7pPr>
            <a:lvl8pPr marL="0" marR="0" lvl="7" indent="0" algn="r" rtl="0">
              <a:spcBef>
                <a:spcPts val="0"/>
              </a:spcBef>
              <a:buNone/>
              <a:defRPr sz="900" b="0" i="0" u="none" strike="noStrike" cap="none">
                <a:solidFill>
                  <a:srgbClr val="3F3F3F"/>
                </a:solidFill>
                <a:latin typeface="Libre Franklin"/>
                <a:ea typeface="Libre Franklin"/>
                <a:cs typeface="Libre Franklin"/>
                <a:sym typeface="Libre Franklin"/>
              </a:defRPr>
            </a:lvl8pPr>
            <a:lvl9pPr marL="0" marR="0" lvl="8" indent="0" algn="r" rtl="0">
              <a:spcBef>
                <a:spcPts val="0"/>
              </a:spcBef>
              <a:buNone/>
              <a:defRPr sz="900" b="0" i="0" u="none" strike="noStrike" cap="none">
                <a:solidFill>
                  <a:srgbClr val="3F3F3F"/>
                </a:solidFill>
                <a:latin typeface="Libre Franklin"/>
                <a:ea typeface="Libre Franklin"/>
                <a:cs typeface="Libre Franklin"/>
                <a:sym typeface="Libre Franklin"/>
              </a:defRPr>
            </a:lvl9pPr>
          </a:lstStyle>
          <a:p>
            <a:pPr marL="0" lvl="0" indent="0" algn="r" rtl="0">
              <a:spcBef>
                <a:spcPts val="0"/>
              </a:spcBef>
              <a:spcAft>
                <a:spcPts val="0"/>
              </a:spcAft>
              <a:buNone/>
            </a:pPr>
            <a:fld id="{00000000-1234-1234-1234-123412341234}" type="slidenum">
              <a:rPr lang="en-US"/>
              <a:t>‹#›</a:t>
            </a:fld>
            <a:endParaRPr/>
          </a:p>
        </p:txBody>
      </p:sp>
      <p:sp>
        <p:nvSpPr>
          <p:cNvPr id="15" name="Google Shape;15;p33"/>
          <p:cNvSpPr/>
          <p:nvPr/>
        </p:nvSpPr>
        <p:spPr>
          <a:xfrm>
            <a:off x="446534" y="457200"/>
            <a:ext cx="3703320" cy="94997"/>
          </a:xfrm>
          <a:prstGeom prst="rect">
            <a:avLst/>
          </a:prstGeom>
          <a:solidFill>
            <a:srgbClr val="4653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33"/>
          <p:cNvSpPr/>
          <p:nvPr/>
        </p:nvSpPr>
        <p:spPr>
          <a:xfrm>
            <a:off x="8042147" y="453643"/>
            <a:ext cx="3703320" cy="98554"/>
          </a:xfrm>
          <a:prstGeom prst="rect">
            <a:avLst/>
          </a:prstGeom>
          <a:solidFill>
            <a:srgbClr val="969F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33"/>
          <p:cNvSpPr/>
          <p:nvPr/>
        </p:nvSpPr>
        <p:spPr>
          <a:xfrm>
            <a:off x="4241830" y="457200"/>
            <a:ext cx="3703320" cy="9144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8" name="Google Shape;18;p33"/>
          <p:cNvPicPr preferRelativeResize="0"/>
          <p:nvPr/>
        </p:nvPicPr>
        <p:blipFill rotWithShape="1">
          <a:blip r:embed="rId13">
            <a:alphaModFix/>
          </a:blip>
          <a:srcRect/>
          <a:stretch/>
        </p:blipFill>
        <p:spPr>
          <a:xfrm>
            <a:off x="10473306" y="5930473"/>
            <a:ext cx="1354843" cy="53914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9"/>
        <p:cNvGrpSpPr/>
        <p:nvPr/>
      </p:nvGrpSpPr>
      <p:grpSpPr>
        <a:xfrm>
          <a:off x="0" y="0"/>
          <a:ext cx="0" cy="0"/>
          <a:chOff x="0" y="0"/>
          <a:chExt cx="0" cy="0"/>
        </a:xfrm>
      </p:grpSpPr>
      <p:sp>
        <p:nvSpPr>
          <p:cNvPr id="100" name="Google Shape;100;p1"/>
          <p:cNvSpPr/>
          <p:nvPr/>
        </p:nvSpPr>
        <p:spPr>
          <a:xfrm>
            <a:off x="446534" y="457200"/>
            <a:ext cx="3703320" cy="94997"/>
          </a:xfrm>
          <a:prstGeom prst="rect">
            <a:avLst/>
          </a:prstGeom>
          <a:solidFill>
            <a:srgbClr val="465359"/>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lt1"/>
              </a:solidFill>
              <a:latin typeface="Libre Franklin"/>
              <a:ea typeface="Libre Franklin"/>
              <a:cs typeface="Libre Franklin"/>
              <a:sym typeface="Libre Franklin"/>
            </a:endParaRPr>
          </a:p>
        </p:txBody>
      </p:sp>
      <p:sp>
        <p:nvSpPr>
          <p:cNvPr id="101" name="Google Shape;101;p1"/>
          <p:cNvSpPr/>
          <p:nvPr/>
        </p:nvSpPr>
        <p:spPr>
          <a:xfrm>
            <a:off x="8042147" y="453643"/>
            <a:ext cx="3703320" cy="98554"/>
          </a:xfrm>
          <a:prstGeom prst="rect">
            <a:avLst/>
          </a:prstGeom>
          <a:solidFill>
            <a:srgbClr val="969FA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lt1"/>
              </a:solidFill>
              <a:latin typeface="Libre Franklin"/>
              <a:ea typeface="Libre Franklin"/>
              <a:cs typeface="Libre Franklin"/>
              <a:sym typeface="Libre Franklin"/>
            </a:endParaRPr>
          </a:p>
        </p:txBody>
      </p:sp>
      <p:sp>
        <p:nvSpPr>
          <p:cNvPr id="102" name="Google Shape;102;p1"/>
          <p:cNvSpPr/>
          <p:nvPr/>
        </p:nvSpPr>
        <p:spPr>
          <a:xfrm>
            <a:off x="4241830" y="457200"/>
            <a:ext cx="3703320" cy="9144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lt1"/>
              </a:solidFill>
              <a:latin typeface="Libre Franklin"/>
              <a:ea typeface="Libre Franklin"/>
              <a:cs typeface="Libre Franklin"/>
              <a:sym typeface="Libre Franklin"/>
            </a:endParaRPr>
          </a:p>
        </p:txBody>
      </p:sp>
      <p:sp>
        <p:nvSpPr>
          <p:cNvPr id="103" name="Google Shape;103;p1"/>
          <p:cNvSpPr/>
          <p:nvPr/>
        </p:nvSpPr>
        <p:spPr>
          <a:xfrm>
            <a:off x="446534" y="3085764"/>
            <a:ext cx="11298932" cy="3338149"/>
          </a:xfrm>
          <a:prstGeom prst="rect">
            <a:avLst/>
          </a:prstGeom>
          <a:solidFill>
            <a:srgbClr val="465359"/>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lt1"/>
              </a:solidFill>
              <a:latin typeface="Libre Franklin"/>
              <a:ea typeface="Libre Franklin"/>
              <a:cs typeface="Libre Franklin"/>
              <a:sym typeface="Libre Franklin"/>
            </a:endParaRPr>
          </a:p>
        </p:txBody>
      </p:sp>
      <p:sp>
        <p:nvSpPr>
          <p:cNvPr id="104" name="Google Shape;104;p1"/>
          <p:cNvSpPr/>
          <p:nvPr/>
        </p:nvSpPr>
        <p:spPr>
          <a:xfrm>
            <a:off x="0" y="0"/>
            <a:ext cx="12192000" cy="6858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Libre Franklin"/>
              <a:ea typeface="Libre Franklin"/>
              <a:cs typeface="Libre Franklin"/>
              <a:sym typeface="Libre Franklin"/>
            </a:endParaRPr>
          </a:p>
        </p:txBody>
      </p:sp>
      <p:pic>
        <p:nvPicPr>
          <p:cNvPr id="105" name="Google Shape;105;p1" descr="A group of people around a table with computers&#10;&#10;Description automatically generated"/>
          <p:cNvPicPr preferRelativeResize="0">
            <a:picLocks noGrp="1"/>
          </p:cNvPicPr>
          <p:nvPr>
            <p:ph type="body" idx="1"/>
          </p:nvPr>
        </p:nvPicPr>
        <p:blipFill rotWithShape="1">
          <a:blip r:embed="rId3">
            <a:alphaModFix/>
          </a:blip>
          <a:srcRect t="29179" b="14570"/>
          <a:stretch/>
        </p:blipFill>
        <p:spPr>
          <a:xfrm>
            <a:off x="20" y="10"/>
            <a:ext cx="12191980" cy="6857990"/>
          </a:xfrm>
          <a:prstGeom prst="rect">
            <a:avLst/>
          </a:prstGeom>
          <a:noFill/>
          <a:ln>
            <a:noFill/>
          </a:ln>
        </p:spPr>
      </p:pic>
      <p:sp>
        <p:nvSpPr>
          <p:cNvPr id="106" name="Google Shape;106;p1"/>
          <p:cNvSpPr/>
          <p:nvPr/>
        </p:nvSpPr>
        <p:spPr>
          <a:xfrm rot="10800000">
            <a:off x="-3" y="4530071"/>
            <a:ext cx="12191999" cy="2327926"/>
          </a:xfrm>
          <a:prstGeom prst="rect">
            <a:avLst/>
          </a:prstGeom>
          <a:gradFill>
            <a:gsLst>
              <a:gs pos="0">
                <a:srgbClr val="000000">
                  <a:alpha val="0"/>
                </a:srgbClr>
              </a:gs>
              <a:gs pos="56000">
                <a:srgbClr val="000000">
                  <a:alpha val="38823"/>
                </a:srgbClr>
              </a:gs>
              <a:gs pos="100000">
                <a:srgbClr val="000000">
                  <a:alpha val="80000"/>
                </a:srgbClr>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Libre Franklin"/>
              <a:ea typeface="Libre Franklin"/>
              <a:cs typeface="Libre Franklin"/>
              <a:sym typeface="Libre Franklin"/>
            </a:endParaRPr>
          </a:p>
        </p:txBody>
      </p:sp>
      <p:sp>
        <p:nvSpPr>
          <p:cNvPr id="107" name="Google Shape;107;p1"/>
          <p:cNvSpPr txBox="1">
            <a:spLocks noGrp="1"/>
          </p:cNvSpPr>
          <p:nvPr>
            <p:ph type="title"/>
          </p:nvPr>
        </p:nvSpPr>
        <p:spPr>
          <a:xfrm>
            <a:off x="2103121" y="4727173"/>
            <a:ext cx="7985759" cy="868823"/>
          </a:xfrm>
          <a:prstGeom prst="rect">
            <a:avLst/>
          </a:prstGeom>
          <a:noFill/>
          <a:ln>
            <a:noFill/>
          </a:ln>
        </p:spPr>
        <p:txBody>
          <a:bodyPr spcFirstLastPara="1" wrap="square" lIns="91425" tIns="45700" rIns="91425" bIns="45700" anchor="b" anchorCtr="0">
            <a:normAutofit/>
          </a:bodyPr>
          <a:lstStyle/>
          <a:p>
            <a:pPr marL="0" lvl="0" indent="0" algn="ctr" rtl="0">
              <a:lnSpc>
                <a:spcPct val="100000"/>
              </a:lnSpc>
              <a:spcBef>
                <a:spcPts val="0"/>
              </a:spcBef>
              <a:spcAft>
                <a:spcPts val="0"/>
              </a:spcAft>
              <a:buClr>
                <a:schemeClr val="lt1"/>
              </a:buClr>
              <a:buSzPts val="4000"/>
              <a:buFont typeface="Franklin Gothic"/>
              <a:buNone/>
            </a:pPr>
            <a:r>
              <a:rPr lang="en-US" sz="4000" dirty="0">
                <a:solidFill>
                  <a:schemeClr val="lt1"/>
                </a:solidFill>
              </a:rPr>
              <a:t>SQL Functions</a:t>
            </a:r>
            <a:endParaRPr sz="4000" dirty="0">
              <a:solidFill>
                <a:schemeClr val="lt1"/>
              </a:solidFill>
            </a:endParaRPr>
          </a:p>
        </p:txBody>
      </p:sp>
      <p:sp>
        <p:nvSpPr>
          <p:cNvPr id="108" name="Google Shape;108;p1"/>
          <p:cNvSpPr txBox="1">
            <a:spLocks noGrp="1"/>
          </p:cNvSpPr>
          <p:nvPr>
            <p:ph type="sldNum" idx="12"/>
          </p:nvPr>
        </p:nvSpPr>
        <p:spPr>
          <a:xfrm>
            <a:off x="10558300" y="6423914"/>
            <a:ext cx="1052510" cy="365125"/>
          </a:xfrm>
          <a:prstGeom prst="rect">
            <a:avLst/>
          </a:prstGeom>
          <a:noFill/>
          <a:ln>
            <a:noFill/>
          </a:ln>
        </p:spPr>
        <p:txBody>
          <a:bodyPr spcFirstLastPara="1" wrap="square" lIns="91425" tIns="45700" rIns="91425" bIns="45700" anchor="ctr" anchorCtr="0">
            <a:normAutofit/>
          </a:bodyPr>
          <a:lstStyle/>
          <a:p>
            <a:pPr marL="0" lvl="0" indent="0" algn="r" rtl="0">
              <a:spcBef>
                <a:spcPts val="0"/>
              </a:spcBef>
              <a:spcAft>
                <a:spcPts val="0"/>
              </a:spcAft>
              <a:buNone/>
            </a:pPr>
            <a:fld id="{00000000-1234-1234-1234-123412341234}" type="slidenum">
              <a:rPr lang="en-US">
                <a:solidFill>
                  <a:schemeClr val="lt1"/>
                </a:solidFill>
              </a:rPr>
              <a:t>1</a:t>
            </a:fld>
            <a:endParaRPr>
              <a:solidFill>
                <a:schemeClr val="l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Shape 113"/>
        <p:cNvGrpSpPr/>
        <p:nvPr/>
      </p:nvGrpSpPr>
      <p:grpSpPr>
        <a:xfrm>
          <a:off x="0" y="0"/>
          <a:ext cx="0" cy="0"/>
          <a:chOff x="0" y="0"/>
          <a:chExt cx="0" cy="0"/>
        </a:xfrm>
      </p:grpSpPr>
      <p:sp>
        <p:nvSpPr>
          <p:cNvPr id="114" name="Google Shape;114;p5"/>
          <p:cNvSpPr txBox="1">
            <a:spLocks noGrp="1"/>
          </p:cNvSpPr>
          <p:nvPr>
            <p:ph type="title"/>
          </p:nvPr>
        </p:nvSpPr>
        <p:spPr>
          <a:xfrm>
            <a:off x="581192" y="702156"/>
            <a:ext cx="2303676" cy="550174"/>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rgbClr val="3F3F3F"/>
              </a:buClr>
              <a:buSzPts val="2800"/>
              <a:buFont typeface="Franklin Gothic"/>
              <a:buNone/>
            </a:pPr>
            <a:r>
              <a:rPr lang="en-US"/>
              <a:t>SQL REVIEW</a:t>
            </a:r>
            <a:endParaRPr/>
          </a:p>
        </p:txBody>
      </p:sp>
      <p:sp>
        <p:nvSpPr>
          <p:cNvPr id="115" name="Google Shape;115;p5"/>
          <p:cNvSpPr txBox="1">
            <a:spLocks noGrp="1"/>
          </p:cNvSpPr>
          <p:nvPr>
            <p:ph type="body" idx="1"/>
          </p:nvPr>
        </p:nvSpPr>
        <p:spPr>
          <a:xfrm>
            <a:off x="895817" y="1451111"/>
            <a:ext cx="2197182" cy="4524237"/>
          </a:xfrm>
          <a:prstGeom prst="rect">
            <a:avLst/>
          </a:prstGeom>
          <a:noFill/>
          <a:ln>
            <a:noFill/>
          </a:ln>
        </p:spPr>
        <p:txBody>
          <a:bodyPr spcFirstLastPara="1" wrap="square" lIns="91425" tIns="45700" rIns="91425" bIns="45700" anchor="t" anchorCtr="0">
            <a:normAutofit fontScale="92500" lnSpcReduction="10000"/>
          </a:bodyPr>
          <a:lstStyle/>
          <a:p>
            <a:pPr marL="306000" lvl="0" indent="-306029" algn="l" rtl="0">
              <a:lnSpc>
                <a:spcPct val="110000"/>
              </a:lnSpc>
              <a:spcBef>
                <a:spcPts val="0"/>
              </a:spcBef>
              <a:spcAft>
                <a:spcPts val="0"/>
              </a:spcAft>
              <a:buSzPct val="92000"/>
              <a:buChar char="◼"/>
            </a:pPr>
            <a:r>
              <a:rPr lang="en-US"/>
              <a:t>SELECT</a:t>
            </a:r>
            <a:endParaRPr/>
          </a:p>
          <a:p>
            <a:pPr marL="306000" lvl="0" indent="-306029" algn="l" rtl="0">
              <a:lnSpc>
                <a:spcPct val="110000"/>
              </a:lnSpc>
              <a:spcBef>
                <a:spcPts val="914"/>
              </a:spcBef>
              <a:spcAft>
                <a:spcPts val="0"/>
              </a:spcAft>
              <a:buSzPct val="92000"/>
              <a:buChar char="◼"/>
            </a:pPr>
            <a:r>
              <a:rPr lang="en-US"/>
              <a:t>WHERE</a:t>
            </a:r>
            <a:endParaRPr/>
          </a:p>
          <a:p>
            <a:pPr marL="306000" lvl="0" indent="-306029" algn="l" rtl="0">
              <a:lnSpc>
                <a:spcPct val="110000"/>
              </a:lnSpc>
              <a:spcBef>
                <a:spcPts val="914"/>
              </a:spcBef>
              <a:spcAft>
                <a:spcPts val="0"/>
              </a:spcAft>
              <a:buSzPct val="92000"/>
              <a:buChar char="◼"/>
            </a:pPr>
            <a:r>
              <a:rPr lang="en-US"/>
              <a:t>CREATE TABLE</a:t>
            </a:r>
            <a:endParaRPr/>
          </a:p>
          <a:p>
            <a:pPr marL="306000" lvl="0" indent="-306029" algn="l" rtl="0">
              <a:lnSpc>
                <a:spcPct val="110000"/>
              </a:lnSpc>
              <a:spcBef>
                <a:spcPts val="914"/>
              </a:spcBef>
              <a:spcAft>
                <a:spcPts val="0"/>
              </a:spcAft>
              <a:buSzPct val="92000"/>
              <a:buChar char="◼"/>
            </a:pPr>
            <a:r>
              <a:rPr lang="en-US"/>
              <a:t>PRIMARY KEY</a:t>
            </a:r>
            <a:endParaRPr/>
          </a:p>
          <a:p>
            <a:pPr marL="306000" lvl="0" indent="-306029" algn="l" rtl="0">
              <a:lnSpc>
                <a:spcPct val="110000"/>
              </a:lnSpc>
              <a:spcBef>
                <a:spcPts val="914"/>
              </a:spcBef>
              <a:spcAft>
                <a:spcPts val="0"/>
              </a:spcAft>
              <a:buSzPct val="92000"/>
              <a:buChar char="◼"/>
            </a:pPr>
            <a:r>
              <a:rPr lang="en-US"/>
              <a:t>FOREIGN KEY</a:t>
            </a:r>
            <a:endParaRPr/>
          </a:p>
          <a:p>
            <a:pPr marL="306000" lvl="0" indent="-306029" algn="l" rtl="0">
              <a:lnSpc>
                <a:spcPct val="110000"/>
              </a:lnSpc>
              <a:spcBef>
                <a:spcPts val="914"/>
              </a:spcBef>
              <a:spcAft>
                <a:spcPts val="0"/>
              </a:spcAft>
              <a:buSzPct val="92000"/>
              <a:buChar char="◼"/>
            </a:pPr>
            <a:r>
              <a:rPr lang="en-US"/>
              <a:t>REFERENCES</a:t>
            </a:r>
            <a:endParaRPr/>
          </a:p>
          <a:p>
            <a:pPr marL="306000" lvl="0" indent="-306029" algn="l" rtl="0">
              <a:lnSpc>
                <a:spcPct val="110000"/>
              </a:lnSpc>
              <a:spcBef>
                <a:spcPts val="914"/>
              </a:spcBef>
              <a:spcAft>
                <a:spcPts val="0"/>
              </a:spcAft>
              <a:buSzPct val="92000"/>
              <a:buChar char="◼"/>
            </a:pPr>
            <a:r>
              <a:rPr lang="en-US"/>
              <a:t>UPDATE</a:t>
            </a:r>
            <a:endParaRPr/>
          </a:p>
          <a:p>
            <a:pPr marL="306000" lvl="0" indent="-306029" algn="l" rtl="0">
              <a:lnSpc>
                <a:spcPct val="110000"/>
              </a:lnSpc>
              <a:spcBef>
                <a:spcPts val="914"/>
              </a:spcBef>
              <a:spcAft>
                <a:spcPts val="0"/>
              </a:spcAft>
              <a:buSzPct val="92000"/>
              <a:buChar char="◼"/>
            </a:pPr>
            <a:r>
              <a:rPr lang="en-US"/>
              <a:t>SET</a:t>
            </a:r>
            <a:endParaRPr/>
          </a:p>
          <a:p>
            <a:pPr marL="306000" lvl="0" indent="-306029" algn="l" rtl="0">
              <a:lnSpc>
                <a:spcPct val="110000"/>
              </a:lnSpc>
              <a:spcBef>
                <a:spcPts val="914"/>
              </a:spcBef>
              <a:spcAft>
                <a:spcPts val="0"/>
              </a:spcAft>
              <a:buSzPct val="92000"/>
              <a:buChar char="◼"/>
            </a:pPr>
            <a:r>
              <a:rPr lang="en-US"/>
              <a:t>INSERT INTO</a:t>
            </a:r>
            <a:endParaRPr/>
          </a:p>
          <a:p>
            <a:pPr marL="306000" lvl="0" indent="-306029" algn="l" rtl="0">
              <a:lnSpc>
                <a:spcPct val="110000"/>
              </a:lnSpc>
              <a:spcBef>
                <a:spcPts val="914"/>
              </a:spcBef>
              <a:spcAft>
                <a:spcPts val="0"/>
              </a:spcAft>
              <a:buSzPct val="92000"/>
              <a:buChar char="◼"/>
            </a:pPr>
            <a:r>
              <a:rPr lang="en-US"/>
              <a:t>VALUES</a:t>
            </a:r>
            <a:endParaRPr/>
          </a:p>
          <a:p>
            <a:pPr marL="306000" lvl="0" indent="-306029" algn="l" rtl="0">
              <a:lnSpc>
                <a:spcPct val="110000"/>
              </a:lnSpc>
              <a:spcBef>
                <a:spcPts val="914"/>
              </a:spcBef>
              <a:spcAft>
                <a:spcPts val="0"/>
              </a:spcAft>
              <a:buSzPct val="92000"/>
              <a:buChar char="◼"/>
            </a:pPr>
            <a:r>
              <a:rPr lang="en-US"/>
              <a:t>DROP TABLE</a:t>
            </a:r>
            <a:endParaRPr/>
          </a:p>
          <a:p>
            <a:pPr marL="306000" lvl="0" indent="-306029" algn="l" rtl="0">
              <a:lnSpc>
                <a:spcPct val="110000"/>
              </a:lnSpc>
              <a:spcBef>
                <a:spcPts val="914"/>
              </a:spcBef>
              <a:spcAft>
                <a:spcPts val="0"/>
              </a:spcAft>
              <a:buSzPct val="92000"/>
              <a:buChar char="◼"/>
            </a:pPr>
            <a:r>
              <a:rPr lang="en-US"/>
              <a:t>TRUNCATE TABLE</a:t>
            </a:r>
            <a:endParaRPr/>
          </a:p>
          <a:p>
            <a:pPr marL="306000" lvl="0" indent="-214163" algn="l" rtl="0">
              <a:lnSpc>
                <a:spcPct val="110000"/>
              </a:lnSpc>
              <a:spcBef>
                <a:spcPts val="914"/>
              </a:spcBef>
              <a:spcAft>
                <a:spcPts val="0"/>
              </a:spcAft>
              <a:buSzPct val="92000"/>
              <a:buNone/>
            </a:pPr>
            <a:endParaRPr/>
          </a:p>
        </p:txBody>
      </p:sp>
      <p:sp>
        <p:nvSpPr>
          <p:cNvPr id="116" name="Google Shape;116;p5"/>
          <p:cNvSpPr txBox="1">
            <a:spLocks noGrp="1"/>
          </p:cNvSpPr>
          <p:nvPr>
            <p:ph type="sldNum" idx="12"/>
          </p:nvPr>
        </p:nvSpPr>
        <p:spPr>
          <a:xfrm>
            <a:off x="10558300" y="6423914"/>
            <a:ext cx="105251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a:t>
            </a:fld>
            <a:endParaRPr/>
          </a:p>
        </p:txBody>
      </p:sp>
      <p:sp>
        <p:nvSpPr>
          <p:cNvPr id="117" name="Google Shape;117;p5"/>
          <p:cNvSpPr txBox="1"/>
          <p:nvPr/>
        </p:nvSpPr>
        <p:spPr>
          <a:xfrm>
            <a:off x="3308685" y="1451112"/>
            <a:ext cx="2727492" cy="4524237"/>
          </a:xfrm>
          <a:prstGeom prst="rect">
            <a:avLst/>
          </a:prstGeom>
          <a:noFill/>
          <a:ln>
            <a:noFill/>
          </a:ln>
        </p:spPr>
        <p:txBody>
          <a:bodyPr spcFirstLastPara="1" wrap="square" lIns="91425" tIns="45700" rIns="91425" bIns="45700" anchor="ctr" anchorCtr="0">
            <a:normAutofit/>
          </a:bodyPr>
          <a:lstStyle/>
          <a:p>
            <a:pPr marL="306000" marR="0" lvl="0" indent="-206686" algn="l" rtl="0">
              <a:lnSpc>
                <a:spcPct val="110000"/>
              </a:lnSpc>
              <a:spcBef>
                <a:spcPts val="0"/>
              </a:spcBef>
              <a:spcAft>
                <a:spcPts val="0"/>
              </a:spcAft>
              <a:buClr>
                <a:schemeClr val="accent1"/>
              </a:buClr>
              <a:buSzPts val="1564"/>
              <a:buFont typeface="Noto Sans Symbols"/>
              <a:buNone/>
            </a:pPr>
            <a:endParaRPr sz="1700">
              <a:solidFill>
                <a:srgbClr val="3F3F3F"/>
              </a:solidFill>
              <a:latin typeface="Libre Franklin"/>
              <a:ea typeface="Libre Franklin"/>
              <a:cs typeface="Libre Franklin"/>
              <a:sym typeface="Libre Franklin"/>
            </a:endParaRPr>
          </a:p>
        </p:txBody>
      </p:sp>
      <p:sp>
        <p:nvSpPr>
          <p:cNvPr id="118" name="Google Shape;118;p5"/>
          <p:cNvSpPr txBox="1"/>
          <p:nvPr/>
        </p:nvSpPr>
        <p:spPr>
          <a:xfrm>
            <a:off x="3699398" y="1451111"/>
            <a:ext cx="2197182" cy="4524237"/>
          </a:xfrm>
          <a:prstGeom prst="rect">
            <a:avLst/>
          </a:prstGeom>
          <a:noFill/>
          <a:ln>
            <a:noFill/>
          </a:ln>
        </p:spPr>
        <p:txBody>
          <a:bodyPr spcFirstLastPara="1" wrap="square" lIns="91425" tIns="45700" rIns="91425" bIns="45700" anchor="t" anchorCtr="0">
            <a:normAutofit/>
          </a:bodyPr>
          <a:lstStyle/>
          <a:p>
            <a:pPr marL="306000" marR="0" lvl="0" indent="-306000" algn="l" rtl="0">
              <a:lnSpc>
                <a:spcPct val="110000"/>
              </a:lnSpc>
              <a:spcBef>
                <a:spcPts val="0"/>
              </a:spcBef>
              <a:spcAft>
                <a:spcPts val="0"/>
              </a:spcAft>
              <a:buClr>
                <a:schemeClr val="accent1"/>
              </a:buClr>
              <a:buSzPts val="1564"/>
              <a:buFont typeface="Noto Sans Symbols"/>
              <a:buChar char="◼"/>
            </a:pPr>
            <a:r>
              <a:rPr lang="en-US" sz="1700">
                <a:solidFill>
                  <a:srgbClr val="3F3F3F"/>
                </a:solidFill>
                <a:latin typeface="Libre Franklin"/>
                <a:ea typeface="Libre Franklin"/>
                <a:cs typeface="Libre Franklin"/>
                <a:sym typeface="Libre Franklin"/>
              </a:rPr>
              <a:t>IN</a:t>
            </a:r>
            <a:endParaRPr/>
          </a:p>
          <a:p>
            <a:pPr marL="306000" marR="0" lvl="0" indent="-306000" algn="l" rtl="0">
              <a:lnSpc>
                <a:spcPct val="110000"/>
              </a:lnSpc>
              <a:spcBef>
                <a:spcPts val="940"/>
              </a:spcBef>
              <a:spcAft>
                <a:spcPts val="0"/>
              </a:spcAft>
              <a:buClr>
                <a:schemeClr val="accent1"/>
              </a:buClr>
              <a:buSzPts val="1564"/>
              <a:buFont typeface="Noto Sans Symbols"/>
              <a:buChar char="◼"/>
            </a:pPr>
            <a:r>
              <a:rPr lang="en-US" sz="1700">
                <a:solidFill>
                  <a:srgbClr val="3F3F3F"/>
                </a:solidFill>
                <a:latin typeface="Libre Franklin"/>
                <a:ea typeface="Libre Franklin"/>
                <a:cs typeface="Libre Franklin"/>
                <a:sym typeface="Libre Franklin"/>
              </a:rPr>
              <a:t>BETWEEN</a:t>
            </a:r>
            <a:endParaRPr/>
          </a:p>
          <a:p>
            <a:pPr marL="306000" marR="0" lvl="0" indent="-306000" algn="l" rtl="0">
              <a:lnSpc>
                <a:spcPct val="110000"/>
              </a:lnSpc>
              <a:spcBef>
                <a:spcPts val="940"/>
              </a:spcBef>
              <a:spcAft>
                <a:spcPts val="0"/>
              </a:spcAft>
              <a:buClr>
                <a:schemeClr val="accent1"/>
              </a:buClr>
              <a:buSzPts val="1564"/>
              <a:buFont typeface="Noto Sans Symbols"/>
              <a:buChar char="◼"/>
            </a:pPr>
            <a:r>
              <a:rPr lang="en-US" sz="1700">
                <a:solidFill>
                  <a:srgbClr val="3F3F3F"/>
                </a:solidFill>
                <a:latin typeface="Libre Franklin"/>
                <a:ea typeface="Libre Franklin"/>
                <a:cs typeface="Libre Franklin"/>
                <a:sym typeface="Libre Franklin"/>
              </a:rPr>
              <a:t>AS</a:t>
            </a:r>
            <a:endParaRPr/>
          </a:p>
          <a:p>
            <a:pPr marL="306000" marR="0" lvl="0" indent="-306000" algn="l" rtl="0">
              <a:lnSpc>
                <a:spcPct val="110000"/>
              </a:lnSpc>
              <a:spcBef>
                <a:spcPts val="940"/>
              </a:spcBef>
              <a:spcAft>
                <a:spcPts val="0"/>
              </a:spcAft>
              <a:buClr>
                <a:schemeClr val="accent1"/>
              </a:buClr>
              <a:buSzPts val="1564"/>
              <a:buFont typeface="Noto Sans Symbols"/>
              <a:buChar char="◼"/>
            </a:pPr>
            <a:r>
              <a:rPr lang="en-US" sz="1700">
                <a:solidFill>
                  <a:srgbClr val="3F3F3F"/>
                </a:solidFill>
                <a:latin typeface="Libre Franklin"/>
                <a:ea typeface="Libre Franklin"/>
                <a:cs typeface="Libre Franklin"/>
                <a:sym typeface="Libre Franklin"/>
              </a:rPr>
              <a:t>COUNT(*)</a:t>
            </a:r>
            <a:endParaRPr/>
          </a:p>
          <a:p>
            <a:pPr marL="306000" marR="0" lvl="0" indent="-306000" algn="l" rtl="0">
              <a:lnSpc>
                <a:spcPct val="110000"/>
              </a:lnSpc>
              <a:spcBef>
                <a:spcPts val="940"/>
              </a:spcBef>
              <a:spcAft>
                <a:spcPts val="0"/>
              </a:spcAft>
              <a:buClr>
                <a:schemeClr val="accent1"/>
              </a:buClr>
              <a:buSzPts val="1564"/>
              <a:buFont typeface="Noto Sans Symbols"/>
              <a:buChar char="◼"/>
            </a:pPr>
            <a:r>
              <a:rPr lang="en-US" sz="1700">
                <a:solidFill>
                  <a:srgbClr val="3F3F3F"/>
                </a:solidFill>
                <a:latin typeface="Libre Franklin"/>
                <a:ea typeface="Libre Franklin"/>
                <a:cs typeface="Libre Franklin"/>
                <a:sym typeface="Libre Franklin"/>
              </a:rPr>
              <a:t>SUM()</a:t>
            </a:r>
            <a:endParaRPr/>
          </a:p>
          <a:p>
            <a:pPr marL="306000" marR="0" lvl="0" indent="-306000" algn="l" rtl="0">
              <a:lnSpc>
                <a:spcPct val="110000"/>
              </a:lnSpc>
              <a:spcBef>
                <a:spcPts val="940"/>
              </a:spcBef>
              <a:spcAft>
                <a:spcPts val="0"/>
              </a:spcAft>
              <a:buClr>
                <a:schemeClr val="accent1"/>
              </a:buClr>
              <a:buSzPts val="1564"/>
              <a:buFont typeface="Noto Sans Symbols"/>
              <a:buChar char="◼"/>
            </a:pPr>
            <a:r>
              <a:rPr lang="en-US" sz="1700">
                <a:solidFill>
                  <a:srgbClr val="3F3F3F"/>
                </a:solidFill>
                <a:latin typeface="Libre Franklin"/>
                <a:ea typeface="Libre Franklin"/>
                <a:cs typeface="Libre Franklin"/>
                <a:sym typeface="Libre Franklin"/>
              </a:rPr>
              <a:t>AVG(), </a:t>
            </a:r>
            <a:endParaRPr/>
          </a:p>
          <a:p>
            <a:pPr marL="306000" marR="0" lvl="0" indent="-306000" algn="l" rtl="0">
              <a:lnSpc>
                <a:spcPct val="110000"/>
              </a:lnSpc>
              <a:spcBef>
                <a:spcPts val="940"/>
              </a:spcBef>
              <a:spcAft>
                <a:spcPts val="0"/>
              </a:spcAft>
              <a:buClr>
                <a:schemeClr val="accent1"/>
              </a:buClr>
              <a:buSzPts val="1564"/>
              <a:buFont typeface="Noto Sans Symbols"/>
              <a:buChar char="◼"/>
            </a:pPr>
            <a:r>
              <a:rPr lang="en-US" sz="1700">
                <a:solidFill>
                  <a:srgbClr val="3F3F3F"/>
                </a:solidFill>
                <a:latin typeface="Libre Franklin"/>
                <a:ea typeface="Libre Franklin"/>
                <a:cs typeface="Libre Franklin"/>
                <a:sym typeface="Libre Franklin"/>
              </a:rPr>
              <a:t>MAX(), </a:t>
            </a:r>
            <a:endParaRPr/>
          </a:p>
          <a:p>
            <a:pPr marL="306000" marR="0" lvl="0" indent="-306000" algn="l" rtl="0">
              <a:lnSpc>
                <a:spcPct val="110000"/>
              </a:lnSpc>
              <a:spcBef>
                <a:spcPts val="940"/>
              </a:spcBef>
              <a:spcAft>
                <a:spcPts val="0"/>
              </a:spcAft>
              <a:buClr>
                <a:schemeClr val="accent1"/>
              </a:buClr>
              <a:buSzPts val="1564"/>
              <a:buFont typeface="Noto Sans Symbols"/>
              <a:buChar char="◼"/>
            </a:pPr>
            <a:r>
              <a:rPr lang="en-US" sz="1700">
                <a:solidFill>
                  <a:srgbClr val="3F3F3F"/>
                </a:solidFill>
                <a:latin typeface="Libre Franklin"/>
                <a:ea typeface="Libre Franklin"/>
                <a:cs typeface="Libre Franklin"/>
                <a:sym typeface="Libre Franklin"/>
              </a:rPr>
              <a:t>MIN()</a:t>
            </a:r>
            <a:endParaRPr/>
          </a:p>
          <a:p>
            <a:pPr marL="306000" marR="0" lvl="0" indent="-306000" algn="l" rtl="0">
              <a:lnSpc>
                <a:spcPct val="110000"/>
              </a:lnSpc>
              <a:spcBef>
                <a:spcPts val="940"/>
              </a:spcBef>
              <a:spcAft>
                <a:spcPts val="0"/>
              </a:spcAft>
              <a:buClr>
                <a:schemeClr val="accent1"/>
              </a:buClr>
              <a:buSzPts val="1564"/>
              <a:buFont typeface="Noto Sans Symbols"/>
              <a:buChar char="◼"/>
            </a:pPr>
            <a:r>
              <a:rPr lang="en-US" sz="1700">
                <a:solidFill>
                  <a:srgbClr val="3F3F3F"/>
                </a:solidFill>
                <a:latin typeface="Libre Franklin"/>
                <a:ea typeface="Libre Franklin"/>
                <a:cs typeface="Libre Franklin"/>
                <a:sym typeface="Libre Franklin"/>
              </a:rPr>
              <a:t>GROUP BY</a:t>
            </a:r>
            <a:endParaRPr/>
          </a:p>
          <a:p>
            <a:pPr marL="306000" marR="0" lvl="0" indent="-306000" algn="l" rtl="0">
              <a:lnSpc>
                <a:spcPct val="110000"/>
              </a:lnSpc>
              <a:spcBef>
                <a:spcPts val="940"/>
              </a:spcBef>
              <a:spcAft>
                <a:spcPts val="0"/>
              </a:spcAft>
              <a:buClr>
                <a:schemeClr val="accent1"/>
              </a:buClr>
              <a:buSzPts val="1564"/>
              <a:buFont typeface="Noto Sans Symbols"/>
              <a:buChar char="◼"/>
            </a:pPr>
            <a:r>
              <a:rPr lang="en-US" sz="1700">
                <a:solidFill>
                  <a:srgbClr val="3F3F3F"/>
                </a:solidFill>
                <a:latin typeface="Libre Franklin"/>
                <a:ea typeface="Libre Franklin"/>
                <a:cs typeface="Libre Franklin"/>
                <a:sym typeface="Libre Franklin"/>
              </a:rPr>
              <a:t>HAVING</a:t>
            </a:r>
            <a:endParaRPr/>
          </a:p>
          <a:p>
            <a:pPr marL="306000" marR="0" lvl="0" indent="-306000" algn="l" rtl="0">
              <a:lnSpc>
                <a:spcPct val="110000"/>
              </a:lnSpc>
              <a:spcBef>
                <a:spcPts val="940"/>
              </a:spcBef>
              <a:spcAft>
                <a:spcPts val="0"/>
              </a:spcAft>
              <a:buClr>
                <a:schemeClr val="accent1"/>
              </a:buClr>
              <a:buSzPts val="1564"/>
              <a:buFont typeface="Noto Sans Symbols"/>
              <a:buChar char="◼"/>
            </a:pPr>
            <a:r>
              <a:rPr lang="en-US" sz="1700">
                <a:solidFill>
                  <a:srgbClr val="3F3F3F"/>
                </a:solidFill>
                <a:latin typeface="Libre Franklin"/>
                <a:ea typeface="Libre Franklin"/>
                <a:cs typeface="Libre Franklin"/>
                <a:sym typeface="Libre Franklin"/>
              </a:rPr>
              <a:t>ORDER BY</a:t>
            </a:r>
            <a:endParaRPr/>
          </a:p>
          <a:p>
            <a:pPr marL="306000" marR="0" lvl="0" indent="-206686" algn="l" rtl="0">
              <a:lnSpc>
                <a:spcPct val="110000"/>
              </a:lnSpc>
              <a:spcBef>
                <a:spcPts val="940"/>
              </a:spcBef>
              <a:spcAft>
                <a:spcPts val="0"/>
              </a:spcAft>
              <a:buClr>
                <a:schemeClr val="accent1"/>
              </a:buClr>
              <a:buSzPts val="1564"/>
              <a:buFont typeface="Noto Sans Symbols"/>
              <a:buNone/>
            </a:pPr>
            <a:endParaRPr sz="1700">
              <a:solidFill>
                <a:srgbClr val="3F3F3F"/>
              </a:solidFill>
              <a:latin typeface="Libre Franklin"/>
              <a:ea typeface="Libre Franklin"/>
              <a:cs typeface="Libre Franklin"/>
              <a:sym typeface="Libre Franklin"/>
            </a:endParaRPr>
          </a:p>
        </p:txBody>
      </p:sp>
      <p:sp>
        <p:nvSpPr>
          <p:cNvPr id="119" name="Google Shape;119;p5"/>
          <p:cNvSpPr txBox="1"/>
          <p:nvPr/>
        </p:nvSpPr>
        <p:spPr>
          <a:xfrm>
            <a:off x="6502979" y="1451111"/>
            <a:ext cx="2197182" cy="4524237"/>
          </a:xfrm>
          <a:prstGeom prst="rect">
            <a:avLst/>
          </a:prstGeom>
          <a:noFill/>
          <a:ln>
            <a:noFill/>
          </a:ln>
        </p:spPr>
        <p:txBody>
          <a:bodyPr spcFirstLastPara="1" wrap="square" lIns="91425" tIns="45700" rIns="91425" bIns="45700" anchor="t" anchorCtr="0">
            <a:normAutofit fontScale="92500" lnSpcReduction="10000"/>
          </a:bodyPr>
          <a:lstStyle/>
          <a:p>
            <a:pPr marL="306000" marR="0" lvl="0" indent="-306029" algn="l" rtl="0">
              <a:lnSpc>
                <a:spcPct val="110000"/>
              </a:lnSpc>
              <a:spcBef>
                <a:spcPts val="0"/>
              </a:spcBef>
              <a:spcAft>
                <a:spcPts val="0"/>
              </a:spcAft>
              <a:buClr>
                <a:schemeClr val="accent1"/>
              </a:buClr>
              <a:buSzPct val="92000"/>
              <a:buFont typeface="Noto Sans Symbols"/>
              <a:buChar char="◼"/>
            </a:pPr>
            <a:r>
              <a:rPr lang="en-US" sz="1700">
                <a:solidFill>
                  <a:srgbClr val="3F3F3F"/>
                </a:solidFill>
                <a:latin typeface="Libre Franklin"/>
                <a:ea typeface="Libre Franklin"/>
                <a:cs typeface="Libre Franklin"/>
                <a:sym typeface="Libre Franklin"/>
              </a:rPr>
              <a:t>DISTINCT</a:t>
            </a:r>
            <a:endParaRPr/>
          </a:p>
          <a:p>
            <a:pPr marL="306000" marR="0" lvl="0" indent="-306029" algn="l" rtl="0">
              <a:lnSpc>
                <a:spcPct val="110000"/>
              </a:lnSpc>
              <a:spcBef>
                <a:spcPts val="914"/>
              </a:spcBef>
              <a:spcAft>
                <a:spcPts val="0"/>
              </a:spcAft>
              <a:buClr>
                <a:schemeClr val="accent1"/>
              </a:buClr>
              <a:buSzPct val="92000"/>
              <a:buFont typeface="Noto Sans Symbols"/>
              <a:buChar char="◼"/>
            </a:pPr>
            <a:r>
              <a:rPr lang="en-US" sz="1700">
                <a:solidFill>
                  <a:srgbClr val="3F3F3F"/>
                </a:solidFill>
                <a:latin typeface="Libre Franklin"/>
                <a:ea typeface="Libre Franklin"/>
                <a:cs typeface="Libre Franklin"/>
                <a:sym typeface="Libre Franklin"/>
              </a:rPr>
              <a:t>LIKE</a:t>
            </a:r>
            <a:endParaRPr/>
          </a:p>
          <a:p>
            <a:pPr marL="306000" marR="0" lvl="0" indent="-306029" algn="l" rtl="0">
              <a:lnSpc>
                <a:spcPct val="110000"/>
              </a:lnSpc>
              <a:spcBef>
                <a:spcPts val="914"/>
              </a:spcBef>
              <a:spcAft>
                <a:spcPts val="0"/>
              </a:spcAft>
              <a:buClr>
                <a:schemeClr val="accent1"/>
              </a:buClr>
              <a:buSzPct val="92000"/>
              <a:buFont typeface="Noto Sans Symbols"/>
              <a:buChar char="◼"/>
            </a:pPr>
            <a:r>
              <a:rPr lang="en-US" sz="1700">
                <a:solidFill>
                  <a:srgbClr val="3F3F3F"/>
                </a:solidFill>
                <a:latin typeface="Libre Franklin"/>
                <a:ea typeface="Libre Franklin"/>
                <a:cs typeface="Libre Franklin"/>
                <a:sym typeface="Libre Franklin"/>
              </a:rPr>
              <a:t>INNER JOIN</a:t>
            </a:r>
            <a:endParaRPr/>
          </a:p>
          <a:p>
            <a:pPr marL="306000" marR="0" lvl="0" indent="-306029" algn="l" rtl="0">
              <a:lnSpc>
                <a:spcPct val="110000"/>
              </a:lnSpc>
              <a:spcBef>
                <a:spcPts val="914"/>
              </a:spcBef>
              <a:spcAft>
                <a:spcPts val="0"/>
              </a:spcAft>
              <a:buClr>
                <a:schemeClr val="accent1"/>
              </a:buClr>
              <a:buSzPct val="92000"/>
              <a:buFont typeface="Noto Sans Symbols"/>
              <a:buChar char="◼"/>
            </a:pPr>
            <a:r>
              <a:rPr lang="en-US" sz="1700">
                <a:solidFill>
                  <a:srgbClr val="3F3F3F"/>
                </a:solidFill>
                <a:latin typeface="Libre Franklin"/>
                <a:ea typeface="Libre Franklin"/>
                <a:cs typeface="Libre Franklin"/>
                <a:sym typeface="Libre Franklin"/>
              </a:rPr>
              <a:t>LEFT JOIN</a:t>
            </a:r>
            <a:endParaRPr/>
          </a:p>
          <a:p>
            <a:pPr marL="306000" marR="0" lvl="0" indent="-306029" algn="l" rtl="0">
              <a:lnSpc>
                <a:spcPct val="110000"/>
              </a:lnSpc>
              <a:spcBef>
                <a:spcPts val="914"/>
              </a:spcBef>
              <a:spcAft>
                <a:spcPts val="0"/>
              </a:spcAft>
              <a:buClr>
                <a:schemeClr val="accent1"/>
              </a:buClr>
              <a:buSzPct val="92000"/>
              <a:buFont typeface="Noto Sans Symbols"/>
              <a:buChar char="◼"/>
            </a:pPr>
            <a:r>
              <a:rPr lang="en-US" sz="1700">
                <a:solidFill>
                  <a:srgbClr val="3F3F3F"/>
                </a:solidFill>
                <a:latin typeface="Libre Franklin"/>
                <a:ea typeface="Libre Franklin"/>
                <a:cs typeface="Libre Franklin"/>
                <a:sym typeface="Libre Franklin"/>
              </a:rPr>
              <a:t>RIGHT JOIN</a:t>
            </a:r>
            <a:endParaRPr/>
          </a:p>
          <a:p>
            <a:pPr marL="306000" marR="0" lvl="0" indent="-306029" algn="l" rtl="0">
              <a:lnSpc>
                <a:spcPct val="110000"/>
              </a:lnSpc>
              <a:spcBef>
                <a:spcPts val="914"/>
              </a:spcBef>
              <a:spcAft>
                <a:spcPts val="0"/>
              </a:spcAft>
              <a:buClr>
                <a:schemeClr val="accent1"/>
              </a:buClr>
              <a:buSzPct val="92000"/>
              <a:buFont typeface="Noto Sans Symbols"/>
              <a:buChar char="◼"/>
            </a:pPr>
            <a:r>
              <a:rPr lang="en-US" sz="1700">
                <a:solidFill>
                  <a:srgbClr val="3F3F3F"/>
                </a:solidFill>
                <a:latin typeface="Libre Franklin"/>
                <a:ea typeface="Libre Franklin"/>
                <a:cs typeface="Libre Franklin"/>
                <a:sym typeface="Libre Franklin"/>
              </a:rPr>
              <a:t>FULL OUTER JOIN</a:t>
            </a:r>
            <a:endParaRPr/>
          </a:p>
          <a:p>
            <a:pPr marL="306000" marR="0" lvl="0" indent="-306029" algn="l" rtl="0">
              <a:lnSpc>
                <a:spcPct val="110000"/>
              </a:lnSpc>
              <a:spcBef>
                <a:spcPts val="914"/>
              </a:spcBef>
              <a:spcAft>
                <a:spcPts val="0"/>
              </a:spcAft>
              <a:buClr>
                <a:schemeClr val="accent1"/>
              </a:buClr>
              <a:buSzPct val="92000"/>
              <a:buFont typeface="Noto Sans Symbols"/>
              <a:buChar char="◼"/>
            </a:pPr>
            <a:r>
              <a:rPr lang="en-US" sz="1700">
                <a:solidFill>
                  <a:srgbClr val="3F3F3F"/>
                </a:solidFill>
                <a:latin typeface="Libre Franklin"/>
                <a:ea typeface="Libre Franklin"/>
                <a:cs typeface="Libre Franklin"/>
                <a:sym typeface="Libre Franklin"/>
              </a:rPr>
              <a:t>ABS()</a:t>
            </a:r>
            <a:endParaRPr/>
          </a:p>
          <a:p>
            <a:pPr marL="306000" marR="0" lvl="0" indent="-306029" algn="l" rtl="0">
              <a:lnSpc>
                <a:spcPct val="110000"/>
              </a:lnSpc>
              <a:spcBef>
                <a:spcPts val="914"/>
              </a:spcBef>
              <a:spcAft>
                <a:spcPts val="0"/>
              </a:spcAft>
              <a:buClr>
                <a:schemeClr val="accent1"/>
              </a:buClr>
              <a:buSzPct val="92000"/>
              <a:buFont typeface="Noto Sans Symbols"/>
              <a:buChar char="◼"/>
            </a:pPr>
            <a:r>
              <a:rPr lang="en-US" sz="1700">
                <a:solidFill>
                  <a:srgbClr val="3F3F3F"/>
                </a:solidFill>
                <a:latin typeface="Libre Franklin"/>
                <a:ea typeface="Libre Franklin"/>
                <a:cs typeface="Libre Franklin"/>
                <a:sym typeface="Libre Franklin"/>
              </a:rPr>
              <a:t>LOG()</a:t>
            </a:r>
            <a:endParaRPr/>
          </a:p>
          <a:p>
            <a:pPr marL="306000" marR="0" lvl="0" indent="-306029" algn="l" rtl="0">
              <a:lnSpc>
                <a:spcPct val="110000"/>
              </a:lnSpc>
              <a:spcBef>
                <a:spcPts val="914"/>
              </a:spcBef>
              <a:spcAft>
                <a:spcPts val="0"/>
              </a:spcAft>
              <a:buClr>
                <a:schemeClr val="accent1"/>
              </a:buClr>
              <a:buSzPct val="92000"/>
              <a:buFont typeface="Noto Sans Symbols"/>
              <a:buChar char="◼"/>
            </a:pPr>
            <a:r>
              <a:rPr lang="en-US" sz="1700">
                <a:solidFill>
                  <a:srgbClr val="3F3F3F"/>
                </a:solidFill>
                <a:latin typeface="Libre Franklin"/>
                <a:ea typeface="Libre Franklin"/>
                <a:cs typeface="Libre Franklin"/>
                <a:sym typeface="Libre Franklin"/>
              </a:rPr>
              <a:t>RAND()</a:t>
            </a:r>
            <a:endParaRPr/>
          </a:p>
          <a:p>
            <a:pPr marL="306000" marR="0" lvl="0" indent="-306029" algn="l" rtl="0">
              <a:lnSpc>
                <a:spcPct val="110000"/>
              </a:lnSpc>
              <a:spcBef>
                <a:spcPts val="914"/>
              </a:spcBef>
              <a:spcAft>
                <a:spcPts val="0"/>
              </a:spcAft>
              <a:buClr>
                <a:schemeClr val="accent1"/>
              </a:buClr>
              <a:buSzPct val="92000"/>
              <a:buFont typeface="Noto Sans Symbols"/>
              <a:buChar char="◼"/>
            </a:pPr>
            <a:r>
              <a:rPr lang="en-US" sz="1700">
                <a:solidFill>
                  <a:srgbClr val="3F3F3F"/>
                </a:solidFill>
                <a:latin typeface="Libre Franklin"/>
                <a:ea typeface="Libre Franklin"/>
                <a:cs typeface="Libre Franklin"/>
                <a:sym typeface="Libre Franklin"/>
              </a:rPr>
              <a:t>ROUND()</a:t>
            </a:r>
            <a:endParaRPr/>
          </a:p>
          <a:p>
            <a:pPr marL="306000" marR="0" lvl="0" indent="-306029" algn="l" rtl="0">
              <a:lnSpc>
                <a:spcPct val="110000"/>
              </a:lnSpc>
              <a:spcBef>
                <a:spcPts val="914"/>
              </a:spcBef>
              <a:spcAft>
                <a:spcPts val="0"/>
              </a:spcAft>
              <a:buClr>
                <a:schemeClr val="accent1"/>
              </a:buClr>
              <a:buSzPct val="92000"/>
              <a:buFont typeface="Noto Sans Symbols"/>
              <a:buChar char="◼"/>
            </a:pPr>
            <a:r>
              <a:rPr lang="en-US" sz="1700">
                <a:solidFill>
                  <a:srgbClr val="3F3F3F"/>
                </a:solidFill>
                <a:latin typeface="Libre Franklin"/>
                <a:ea typeface="Libre Franklin"/>
                <a:cs typeface="Libre Franklin"/>
                <a:sym typeface="Libre Franklin"/>
              </a:rPr>
              <a:t>POW()</a:t>
            </a:r>
            <a:endParaRPr/>
          </a:p>
          <a:p>
            <a:pPr marL="306000" marR="0" lvl="0" indent="-306029" algn="l" rtl="0">
              <a:lnSpc>
                <a:spcPct val="110000"/>
              </a:lnSpc>
              <a:spcBef>
                <a:spcPts val="914"/>
              </a:spcBef>
              <a:spcAft>
                <a:spcPts val="0"/>
              </a:spcAft>
              <a:buClr>
                <a:schemeClr val="accent1"/>
              </a:buClr>
              <a:buSzPct val="92000"/>
              <a:buFont typeface="Noto Sans Symbols"/>
              <a:buChar char="◼"/>
            </a:pPr>
            <a:r>
              <a:rPr lang="en-US" sz="1700">
                <a:solidFill>
                  <a:srgbClr val="3F3F3F"/>
                </a:solidFill>
                <a:latin typeface="Libre Franklin"/>
                <a:ea typeface="Libre Franklin"/>
                <a:cs typeface="Libre Franklin"/>
                <a:sym typeface="Libre Franklin"/>
              </a:rPr>
              <a:t>SQRT()</a:t>
            </a:r>
            <a:endParaRPr/>
          </a:p>
          <a:p>
            <a:pPr marL="306000" marR="0" lvl="0" indent="-214163" algn="l" rtl="0">
              <a:lnSpc>
                <a:spcPct val="110000"/>
              </a:lnSpc>
              <a:spcBef>
                <a:spcPts val="914"/>
              </a:spcBef>
              <a:spcAft>
                <a:spcPts val="0"/>
              </a:spcAft>
              <a:buClr>
                <a:schemeClr val="accent1"/>
              </a:buClr>
              <a:buSzPct val="92000"/>
              <a:buFont typeface="Noto Sans Symbols"/>
              <a:buNone/>
            </a:pPr>
            <a:endParaRPr sz="1700">
              <a:solidFill>
                <a:srgbClr val="3F3F3F"/>
              </a:solidFill>
              <a:latin typeface="Libre Franklin"/>
              <a:ea typeface="Libre Franklin"/>
              <a:cs typeface="Libre Franklin"/>
              <a:sym typeface="Libre Franklin"/>
            </a:endParaRPr>
          </a:p>
          <a:p>
            <a:pPr marL="306000" marR="0" lvl="0" indent="-214163" algn="l" rtl="0">
              <a:lnSpc>
                <a:spcPct val="110000"/>
              </a:lnSpc>
              <a:spcBef>
                <a:spcPts val="914"/>
              </a:spcBef>
              <a:spcAft>
                <a:spcPts val="0"/>
              </a:spcAft>
              <a:buClr>
                <a:schemeClr val="accent1"/>
              </a:buClr>
              <a:buSzPct val="92000"/>
              <a:buFont typeface="Noto Sans Symbols"/>
              <a:buNone/>
            </a:pPr>
            <a:endParaRPr sz="1700">
              <a:solidFill>
                <a:srgbClr val="3F3F3F"/>
              </a:solidFill>
              <a:latin typeface="Libre Franklin"/>
              <a:ea typeface="Libre Franklin"/>
              <a:cs typeface="Libre Franklin"/>
              <a:sym typeface="Libre Franklin"/>
            </a:endParaRPr>
          </a:p>
        </p:txBody>
      </p:sp>
      <p:sp>
        <p:nvSpPr>
          <p:cNvPr id="120" name="Google Shape;120;p5"/>
          <p:cNvSpPr txBox="1"/>
          <p:nvPr/>
        </p:nvSpPr>
        <p:spPr>
          <a:xfrm>
            <a:off x="9306559" y="1451111"/>
            <a:ext cx="2197182" cy="4524237"/>
          </a:xfrm>
          <a:prstGeom prst="rect">
            <a:avLst/>
          </a:prstGeom>
          <a:noFill/>
          <a:ln>
            <a:noFill/>
          </a:ln>
        </p:spPr>
        <p:txBody>
          <a:bodyPr spcFirstLastPara="1" wrap="square" lIns="91425" tIns="45700" rIns="91425" bIns="45700" anchor="t" anchorCtr="0">
            <a:normAutofit/>
          </a:bodyPr>
          <a:lstStyle/>
          <a:p>
            <a:pPr marL="306000" marR="0" lvl="0" indent="-306000" algn="l" rtl="0">
              <a:lnSpc>
                <a:spcPct val="110000"/>
              </a:lnSpc>
              <a:spcBef>
                <a:spcPts val="0"/>
              </a:spcBef>
              <a:spcAft>
                <a:spcPts val="0"/>
              </a:spcAft>
              <a:buClr>
                <a:schemeClr val="accent1"/>
              </a:buClr>
              <a:buSzPts val="1564"/>
              <a:buFont typeface="Noto Sans Symbols"/>
              <a:buChar char="◼"/>
            </a:pPr>
            <a:r>
              <a:rPr lang="en-US" sz="1700" dirty="0">
                <a:solidFill>
                  <a:srgbClr val="3F3F3F"/>
                </a:solidFill>
                <a:latin typeface="Libre Franklin"/>
                <a:ea typeface="Libre Franklin"/>
                <a:cs typeface="Libre Franklin"/>
                <a:sym typeface="Libre Franklin"/>
              </a:rPr>
              <a:t>CONCAT()</a:t>
            </a:r>
            <a:endParaRPr dirty="0"/>
          </a:p>
          <a:p>
            <a:pPr marL="306000" marR="0" lvl="0" indent="-306000" algn="l" rtl="0">
              <a:lnSpc>
                <a:spcPct val="110000"/>
              </a:lnSpc>
              <a:spcBef>
                <a:spcPts val="940"/>
              </a:spcBef>
              <a:spcAft>
                <a:spcPts val="0"/>
              </a:spcAft>
              <a:buClr>
                <a:schemeClr val="accent1"/>
              </a:buClr>
              <a:buSzPts val="1564"/>
              <a:buFont typeface="Noto Sans Symbols"/>
              <a:buChar char="◼"/>
            </a:pPr>
            <a:r>
              <a:rPr lang="en-US" sz="1700" dirty="0">
                <a:solidFill>
                  <a:srgbClr val="3F3F3F"/>
                </a:solidFill>
                <a:latin typeface="Libre Franklin"/>
                <a:ea typeface="Libre Franklin"/>
                <a:cs typeface="Libre Franklin"/>
                <a:sym typeface="Libre Franklin"/>
              </a:rPr>
              <a:t>LOWER()</a:t>
            </a:r>
            <a:endParaRPr dirty="0"/>
          </a:p>
          <a:p>
            <a:pPr marL="306000" marR="0" lvl="0" indent="-306000" algn="l" rtl="0">
              <a:lnSpc>
                <a:spcPct val="110000"/>
              </a:lnSpc>
              <a:spcBef>
                <a:spcPts val="940"/>
              </a:spcBef>
              <a:spcAft>
                <a:spcPts val="0"/>
              </a:spcAft>
              <a:buClr>
                <a:schemeClr val="accent1"/>
              </a:buClr>
              <a:buSzPts val="1564"/>
              <a:buFont typeface="Noto Sans Symbols"/>
              <a:buChar char="◼"/>
            </a:pPr>
            <a:r>
              <a:rPr lang="en-US" sz="1700" dirty="0">
                <a:solidFill>
                  <a:srgbClr val="3F3F3F"/>
                </a:solidFill>
                <a:latin typeface="Libre Franklin"/>
                <a:ea typeface="Libre Franklin"/>
                <a:cs typeface="Libre Franklin"/>
                <a:sym typeface="Libre Franklin"/>
              </a:rPr>
              <a:t>UPPER()</a:t>
            </a:r>
            <a:endParaRPr dirty="0"/>
          </a:p>
          <a:p>
            <a:pPr marL="306000" marR="0" lvl="0" indent="-306000" algn="l" rtl="0">
              <a:lnSpc>
                <a:spcPct val="110000"/>
              </a:lnSpc>
              <a:spcBef>
                <a:spcPts val="940"/>
              </a:spcBef>
              <a:spcAft>
                <a:spcPts val="0"/>
              </a:spcAft>
              <a:buClr>
                <a:schemeClr val="accent1"/>
              </a:buClr>
              <a:buSzPts val="1564"/>
              <a:buFont typeface="Noto Sans Symbols"/>
              <a:buChar char="◼"/>
            </a:pPr>
            <a:r>
              <a:rPr lang="en-US" sz="1700" dirty="0">
                <a:solidFill>
                  <a:srgbClr val="3F3F3F"/>
                </a:solidFill>
                <a:latin typeface="Libre Franklin"/>
                <a:ea typeface="Libre Franklin"/>
                <a:cs typeface="Libre Franklin"/>
                <a:sym typeface="Libre Franklin"/>
              </a:rPr>
              <a:t>TRIM()</a:t>
            </a:r>
            <a:endParaRPr dirty="0"/>
          </a:p>
          <a:p>
            <a:pPr marL="306000" marR="0" lvl="0" indent="-306000" algn="l" rtl="0">
              <a:lnSpc>
                <a:spcPct val="110000"/>
              </a:lnSpc>
              <a:spcBef>
                <a:spcPts val="940"/>
              </a:spcBef>
              <a:spcAft>
                <a:spcPts val="0"/>
              </a:spcAft>
              <a:buClr>
                <a:schemeClr val="accent1"/>
              </a:buClr>
              <a:buSzPts val="1564"/>
              <a:buFont typeface="Noto Sans Symbols"/>
              <a:buChar char="◼"/>
            </a:pPr>
            <a:r>
              <a:rPr lang="en-US" sz="1700" dirty="0">
                <a:solidFill>
                  <a:srgbClr val="3F3F3F"/>
                </a:solidFill>
                <a:latin typeface="Libre Franklin"/>
                <a:ea typeface="Libre Franklin"/>
                <a:cs typeface="Libre Franklin"/>
                <a:sym typeface="Libre Franklin"/>
              </a:rPr>
              <a:t>SUBSTRING()</a:t>
            </a:r>
            <a:endParaRPr dirty="0"/>
          </a:p>
          <a:p>
            <a:pPr marL="306000" marR="0" lvl="0" indent="-306000" algn="l" rtl="0">
              <a:lnSpc>
                <a:spcPct val="110000"/>
              </a:lnSpc>
              <a:spcBef>
                <a:spcPts val="940"/>
              </a:spcBef>
              <a:spcAft>
                <a:spcPts val="0"/>
              </a:spcAft>
              <a:buClr>
                <a:schemeClr val="accent1"/>
              </a:buClr>
              <a:buSzPts val="1564"/>
              <a:buFont typeface="Noto Sans Symbols"/>
              <a:buChar char="◼"/>
            </a:pPr>
            <a:r>
              <a:rPr lang="en-US" sz="1700" dirty="0">
                <a:solidFill>
                  <a:srgbClr val="3F3F3F"/>
                </a:solidFill>
                <a:latin typeface="Libre Franklin"/>
                <a:ea typeface="Libre Franklin"/>
                <a:cs typeface="Libre Franklin"/>
                <a:sym typeface="Libre Franklin"/>
              </a:rPr>
              <a:t>CURDATE()</a:t>
            </a:r>
            <a:endParaRPr dirty="0"/>
          </a:p>
          <a:p>
            <a:pPr marL="306000" marR="0" lvl="0" indent="-306000" algn="l" rtl="0">
              <a:lnSpc>
                <a:spcPct val="110000"/>
              </a:lnSpc>
              <a:spcBef>
                <a:spcPts val="940"/>
              </a:spcBef>
              <a:spcAft>
                <a:spcPts val="0"/>
              </a:spcAft>
              <a:buClr>
                <a:schemeClr val="accent1"/>
              </a:buClr>
              <a:buSzPts val="1564"/>
              <a:buFont typeface="Noto Sans Symbols"/>
              <a:buChar char="◼"/>
            </a:pPr>
            <a:r>
              <a:rPr lang="en-US" sz="1700" dirty="0">
                <a:solidFill>
                  <a:srgbClr val="3F3F3F"/>
                </a:solidFill>
                <a:latin typeface="Libre Franklin"/>
                <a:ea typeface="Libre Franklin"/>
                <a:cs typeface="Libre Franklin"/>
                <a:sym typeface="Libre Franklin"/>
              </a:rPr>
              <a:t>NOW()</a:t>
            </a:r>
            <a:endParaRPr dirty="0"/>
          </a:p>
          <a:p>
            <a:pPr marL="306000" marR="0" lvl="0" indent="-306000" algn="l" rtl="0">
              <a:lnSpc>
                <a:spcPct val="110000"/>
              </a:lnSpc>
              <a:spcBef>
                <a:spcPts val="940"/>
              </a:spcBef>
              <a:spcAft>
                <a:spcPts val="0"/>
              </a:spcAft>
              <a:buClr>
                <a:schemeClr val="accent1"/>
              </a:buClr>
              <a:buSzPts val="1564"/>
              <a:buFont typeface="Noto Sans Symbols"/>
              <a:buChar char="◼"/>
            </a:pPr>
            <a:r>
              <a:rPr lang="en-US" sz="1700" dirty="0">
                <a:solidFill>
                  <a:srgbClr val="3F3F3F"/>
                </a:solidFill>
                <a:latin typeface="Libre Franklin"/>
                <a:ea typeface="Libre Franklin"/>
                <a:cs typeface="Libre Franklin"/>
                <a:sym typeface="Libre Franklin"/>
              </a:rPr>
              <a:t>TIME()</a:t>
            </a:r>
            <a:endParaRPr dirty="0"/>
          </a:p>
          <a:p>
            <a:pPr marL="306000" marR="0" lvl="0" indent="-306000" algn="l" rtl="0">
              <a:lnSpc>
                <a:spcPct val="110000"/>
              </a:lnSpc>
              <a:spcBef>
                <a:spcPts val="940"/>
              </a:spcBef>
              <a:spcAft>
                <a:spcPts val="0"/>
              </a:spcAft>
              <a:buClr>
                <a:schemeClr val="accent1"/>
              </a:buClr>
              <a:buSzPts val="1564"/>
              <a:buFont typeface="Noto Sans Symbols"/>
              <a:buChar char="◼"/>
            </a:pPr>
            <a:r>
              <a:rPr lang="en-US" sz="1700" dirty="0">
                <a:solidFill>
                  <a:srgbClr val="3F3F3F"/>
                </a:solidFill>
                <a:latin typeface="Libre Franklin"/>
                <a:ea typeface="Libre Franklin"/>
                <a:cs typeface="Libre Franklin"/>
                <a:sym typeface="Libre Franklin"/>
              </a:rPr>
              <a:t>DATEDIFF()</a:t>
            </a:r>
            <a:endParaRPr dirty="0"/>
          </a:p>
          <a:p>
            <a:pPr marL="306000" marR="0" lvl="0" indent="-306000" algn="l" rtl="0">
              <a:lnSpc>
                <a:spcPct val="110000"/>
              </a:lnSpc>
              <a:spcBef>
                <a:spcPts val="940"/>
              </a:spcBef>
              <a:spcAft>
                <a:spcPts val="0"/>
              </a:spcAft>
              <a:buClr>
                <a:schemeClr val="accent1"/>
              </a:buClr>
              <a:buSzPts val="1564"/>
              <a:buFont typeface="Noto Sans Symbols"/>
              <a:buChar char="◼"/>
            </a:pPr>
            <a:r>
              <a:rPr lang="en-US" sz="1700" dirty="0">
                <a:solidFill>
                  <a:srgbClr val="3F3F3F"/>
                </a:solidFill>
                <a:latin typeface="Libre Franklin"/>
                <a:ea typeface="Libre Franklin"/>
                <a:cs typeface="Libre Franklin"/>
                <a:sym typeface="Libre Franklin"/>
              </a:rPr>
              <a:t>TIMEDIFF()</a:t>
            </a:r>
            <a:endParaRPr dirty="0"/>
          </a:p>
          <a:p>
            <a:pPr marL="306000" marR="0" lvl="0" indent="-306000" algn="l" rtl="0">
              <a:lnSpc>
                <a:spcPct val="110000"/>
              </a:lnSpc>
              <a:spcBef>
                <a:spcPts val="940"/>
              </a:spcBef>
              <a:spcAft>
                <a:spcPts val="0"/>
              </a:spcAft>
              <a:buClr>
                <a:schemeClr val="accent1"/>
              </a:buClr>
              <a:buSzPts val="1564"/>
              <a:buFont typeface="Noto Sans Symbols"/>
              <a:buChar char="◼"/>
            </a:pPr>
            <a:r>
              <a:rPr lang="en-US" sz="1700" dirty="0">
                <a:solidFill>
                  <a:srgbClr val="3F3F3F"/>
                </a:solidFill>
                <a:latin typeface="Libre Franklin"/>
                <a:ea typeface="Libre Franklin"/>
                <a:cs typeface="Libre Franklin"/>
                <a:sym typeface="Libre Franklin"/>
              </a:rPr>
              <a:t>REPLACE()</a:t>
            </a:r>
            <a:endParaRPr dirty="0"/>
          </a:p>
          <a:p>
            <a:pPr marL="306000" marR="0" lvl="0" indent="-206686" algn="l" rtl="0">
              <a:lnSpc>
                <a:spcPct val="110000"/>
              </a:lnSpc>
              <a:spcBef>
                <a:spcPts val="940"/>
              </a:spcBef>
              <a:spcAft>
                <a:spcPts val="0"/>
              </a:spcAft>
              <a:buClr>
                <a:schemeClr val="accent1"/>
              </a:buClr>
              <a:buSzPts val="1564"/>
              <a:buFont typeface="Noto Sans Symbols"/>
              <a:buNone/>
            </a:pPr>
            <a:endParaRPr sz="1700" dirty="0">
              <a:solidFill>
                <a:srgbClr val="3F3F3F"/>
              </a:solidFill>
              <a:latin typeface="Libre Franklin"/>
              <a:ea typeface="Libre Franklin"/>
              <a:cs typeface="Libre Franklin"/>
              <a:sym typeface="Libre Franklin"/>
            </a:endParaRPr>
          </a:p>
          <a:p>
            <a:pPr marL="306000" marR="0" lvl="0" indent="-206686" algn="l" rtl="0">
              <a:lnSpc>
                <a:spcPct val="110000"/>
              </a:lnSpc>
              <a:spcBef>
                <a:spcPts val="940"/>
              </a:spcBef>
              <a:spcAft>
                <a:spcPts val="0"/>
              </a:spcAft>
              <a:buClr>
                <a:schemeClr val="accent1"/>
              </a:buClr>
              <a:buSzPts val="1564"/>
              <a:buFont typeface="Noto Sans Symbols"/>
              <a:buNone/>
            </a:pPr>
            <a:endParaRPr sz="1700" dirty="0">
              <a:solidFill>
                <a:srgbClr val="3F3F3F"/>
              </a:solidFill>
              <a:latin typeface="Libre Franklin"/>
              <a:ea typeface="Libre Franklin"/>
              <a:cs typeface="Libre Franklin"/>
              <a:sym typeface="Libre Franklin"/>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9"/>
                                        </p:tgtEl>
                                        <p:attrNameLst>
                                          <p:attrName>style.visibility</p:attrName>
                                        </p:attrNameLst>
                                      </p:cBhvr>
                                      <p:to>
                                        <p:strVal val="visible"/>
                                      </p:to>
                                    </p:set>
                                    <p:animEffect transition="in" filter="fade">
                                      <p:cBhvr>
                                        <p:cTn id="7" dur="500"/>
                                        <p:tgtEl>
                                          <p:spTgt spid="1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0"/>
                                        </p:tgtEl>
                                        <p:attrNameLst>
                                          <p:attrName>style.visibility</p:attrName>
                                        </p:attrNameLst>
                                      </p:cBhvr>
                                      <p:to>
                                        <p:strVal val="visible"/>
                                      </p:to>
                                    </p:set>
                                    <p:animEffect transition="in" filter="fade">
                                      <p:cBhvr>
                                        <p:cTn id="12" dur="5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9"/>
          <p:cNvSpPr txBox="1">
            <a:spLocks noGrp="1"/>
          </p:cNvSpPr>
          <p:nvPr>
            <p:ph type="title"/>
          </p:nvPr>
        </p:nvSpPr>
        <p:spPr>
          <a:xfrm>
            <a:off x="581192" y="702156"/>
            <a:ext cx="11029616" cy="550174"/>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rgbClr val="3F3F3F"/>
              </a:buClr>
              <a:buSzPts val="2800"/>
              <a:buFont typeface="Franklin Gothic"/>
              <a:buNone/>
            </a:pPr>
            <a:r>
              <a:rPr lang="en-US"/>
              <a:t>FUNCTIONS IN SQL </a:t>
            </a:r>
            <a:endParaRPr/>
          </a:p>
        </p:txBody>
      </p:sp>
      <p:pic>
        <p:nvPicPr>
          <p:cNvPr id="160" name="Google Shape;160;p9"/>
          <p:cNvPicPr preferRelativeResize="0"/>
          <p:nvPr/>
        </p:nvPicPr>
        <p:blipFill rotWithShape="1">
          <a:blip r:embed="rId3">
            <a:alphaModFix/>
          </a:blip>
          <a:srcRect/>
          <a:stretch/>
        </p:blipFill>
        <p:spPr>
          <a:xfrm>
            <a:off x="861236" y="1376304"/>
            <a:ext cx="10996716" cy="2047733"/>
          </a:xfrm>
          <a:prstGeom prst="rect">
            <a:avLst/>
          </a:prstGeom>
          <a:noFill/>
          <a:ln>
            <a:noFill/>
          </a:ln>
        </p:spPr>
      </p:pic>
      <p:sp>
        <p:nvSpPr>
          <p:cNvPr id="161" name="Google Shape;161;p9"/>
          <p:cNvSpPr txBox="1"/>
          <p:nvPr/>
        </p:nvSpPr>
        <p:spPr>
          <a:xfrm>
            <a:off x="581194" y="5513932"/>
            <a:ext cx="4537800" cy="1015800"/>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accent1"/>
              </a:buClr>
              <a:buSzPts val="2000"/>
              <a:buFont typeface="Noto Sans Symbols"/>
              <a:buChar char="▪"/>
            </a:pPr>
            <a:r>
              <a:rPr lang="en-US" sz="2000">
                <a:solidFill>
                  <a:schemeClr val="dk1"/>
                </a:solidFill>
                <a:latin typeface="Libre Franklin"/>
                <a:ea typeface="Libre Franklin"/>
                <a:cs typeface="Libre Franklin"/>
                <a:sym typeface="Libre Franklin"/>
              </a:rPr>
              <a:t>Numeric</a:t>
            </a:r>
            <a:endParaRPr/>
          </a:p>
          <a:p>
            <a:pPr marL="285750" marR="0" lvl="0" indent="-285750" algn="l" rtl="0">
              <a:spcBef>
                <a:spcPts val="0"/>
              </a:spcBef>
              <a:spcAft>
                <a:spcPts val="0"/>
              </a:spcAft>
              <a:buClr>
                <a:schemeClr val="accent1"/>
              </a:buClr>
              <a:buSzPts val="2000"/>
              <a:buFont typeface="Noto Sans Symbols"/>
              <a:buChar char="▪"/>
            </a:pPr>
            <a:r>
              <a:rPr lang="en-US" sz="2000">
                <a:solidFill>
                  <a:schemeClr val="dk1"/>
                </a:solidFill>
                <a:latin typeface="Libre Franklin"/>
                <a:ea typeface="Libre Franklin"/>
                <a:cs typeface="Libre Franklin"/>
                <a:sym typeface="Libre Franklin"/>
              </a:rPr>
              <a:t>String</a:t>
            </a:r>
            <a:endParaRPr/>
          </a:p>
          <a:p>
            <a:pPr marL="285750" marR="0" lvl="0" indent="-285750" algn="l" rtl="0">
              <a:spcBef>
                <a:spcPts val="0"/>
              </a:spcBef>
              <a:spcAft>
                <a:spcPts val="0"/>
              </a:spcAft>
              <a:buClr>
                <a:schemeClr val="accent1"/>
              </a:buClr>
              <a:buSzPts val="2000"/>
              <a:buFont typeface="Noto Sans Symbols"/>
              <a:buChar char="▪"/>
            </a:pPr>
            <a:r>
              <a:rPr lang="en-US" sz="2000">
                <a:solidFill>
                  <a:schemeClr val="dk1"/>
                </a:solidFill>
                <a:latin typeface="Libre Franklin"/>
                <a:ea typeface="Libre Franklin"/>
                <a:cs typeface="Libre Franklin"/>
                <a:sym typeface="Libre Franklin"/>
              </a:rPr>
              <a:t>Date/Time</a:t>
            </a:r>
            <a:endParaRPr/>
          </a:p>
        </p:txBody>
      </p:sp>
      <p:sp>
        <p:nvSpPr>
          <p:cNvPr id="162" name="Google Shape;162;p9"/>
          <p:cNvSpPr txBox="1"/>
          <p:nvPr/>
        </p:nvSpPr>
        <p:spPr>
          <a:xfrm>
            <a:off x="2080000" y="3753050"/>
            <a:ext cx="7581600" cy="949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700">
                <a:solidFill>
                  <a:srgbClr val="3F3F3F"/>
                </a:solidFill>
                <a:latin typeface="Libre Franklin"/>
                <a:ea typeface="Libre Franklin"/>
                <a:cs typeface="Libre Franklin"/>
                <a:sym typeface="Libre Franklin"/>
              </a:rPr>
              <a:t>Function / Argument</a:t>
            </a:r>
            <a:endParaRPr sz="1700">
              <a:solidFill>
                <a:srgbClr val="3F3F3F"/>
              </a:solidFill>
              <a:latin typeface="Libre Franklin"/>
              <a:ea typeface="Libre Franklin"/>
              <a:cs typeface="Libre Franklin"/>
              <a:sym typeface="Libre Franklin"/>
            </a:endParaRPr>
          </a:p>
          <a:p>
            <a:pPr marL="457200" lvl="0" indent="-336550" algn="l" rtl="0">
              <a:spcBef>
                <a:spcPts val="0"/>
              </a:spcBef>
              <a:spcAft>
                <a:spcPts val="0"/>
              </a:spcAft>
              <a:buClr>
                <a:srgbClr val="3F3F3F"/>
              </a:buClr>
              <a:buSzPts val="1700"/>
              <a:buFont typeface="Libre Franklin"/>
              <a:buChar char="-"/>
            </a:pPr>
            <a:r>
              <a:rPr lang="en-US" sz="1700">
                <a:solidFill>
                  <a:srgbClr val="3F3F3F"/>
                </a:solidFill>
                <a:latin typeface="Libre Franklin"/>
                <a:ea typeface="Libre Franklin"/>
                <a:cs typeface="Libre Franklin"/>
                <a:sym typeface="Libre Franklin"/>
              </a:rPr>
              <a:t>operates on an expression enclosed in parentheses(argument) returning a value</a:t>
            </a:r>
            <a:endParaRPr sz="1700">
              <a:solidFill>
                <a:srgbClr val="3F3F3F"/>
              </a:solidFill>
              <a:latin typeface="Libre Franklin"/>
              <a:ea typeface="Libre Franklin"/>
              <a:cs typeface="Libre Franklin"/>
              <a:sym typeface="Libre Franklin"/>
            </a:endParaRPr>
          </a:p>
          <a:p>
            <a:pPr marL="457200" lvl="0" indent="-336550" algn="l" rtl="0">
              <a:spcBef>
                <a:spcPts val="0"/>
              </a:spcBef>
              <a:spcAft>
                <a:spcPts val="0"/>
              </a:spcAft>
              <a:buClr>
                <a:srgbClr val="3F3F3F"/>
              </a:buClr>
              <a:buSzPts val="1700"/>
              <a:buFont typeface="Libre Franklin"/>
              <a:buChar char="-"/>
            </a:pPr>
            <a:endParaRPr sz="1700">
              <a:solidFill>
                <a:srgbClr val="3F3F3F"/>
              </a:solidFill>
              <a:latin typeface="Libre Franklin"/>
              <a:ea typeface="Libre Franklin"/>
              <a:cs typeface="Libre Franklin"/>
              <a:sym typeface="Libre Franklin"/>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10"/>
          <p:cNvSpPr txBox="1">
            <a:spLocks noGrp="1"/>
          </p:cNvSpPr>
          <p:nvPr>
            <p:ph type="title"/>
          </p:nvPr>
        </p:nvSpPr>
        <p:spPr>
          <a:xfrm>
            <a:off x="575894" y="729658"/>
            <a:ext cx="11029616" cy="5682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rgbClr val="3F3F3F"/>
              </a:buClr>
              <a:buSzPts val="2800"/>
              <a:buFont typeface="Franklin Gothic"/>
              <a:buNone/>
            </a:pPr>
            <a:r>
              <a:rPr lang="en-US"/>
              <a:t>NUMERIC FUNCTIONS</a:t>
            </a:r>
            <a:endParaRPr/>
          </a:p>
        </p:txBody>
      </p:sp>
      <p:pic>
        <p:nvPicPr>
          <p:cNvPr id="168" name="Google Shape;168;p10" descr="A picture containing text&#10;&#10;Description automatically generated"/>
          <p:cNvPicPr preferRelativeResize="0"/>
          <p:nvPr/>
        </p:nvPicPr>
        <p:blipFill rotWithShape="1">
          <a:blip r:embed="rId3">
            <a:alphaModFix/>
          </a:blip>
          <a:srcRect l="7295" t="9123" r="3402"/>
          <a:stretch/>
        </p:blipFill>
        <p:spPr>
          <a:xfrm>
            <a:off x="1510760" y="1557196"/>
            <a:ext cx="8164181" cy="477324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p12"/>
          <p:cNvSpPr txBox="1">
            <a:spLocks noGrp="1"/>
          </p:cNvSpPr>
          <p:nvPr>
            <p:ph type="title"/>
          </p:nvPr>
        </p:nvSpPr>
        <p:spPr>
          <a:xfrm>
            <a:off x="575894" y="729658"/>
            <a:ext cx="11029616" cy="715684"/>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rgbClr val="3F3F3F"/>
              </a:buClr>
              <a:buSzPts val="2800"/>
              <a:buFont typeface="Franklin Gothic"/>
              <a:buNone/>
            </a:pPr>
            <a:r>
              <a:rPr lang="en-US"/>
              <a:t>COMBINING FUNCTIONS:</a:t>
            </a:r>
            <a:endParaRPr/>
          </a:p>
        </p:txBody>
      </p:sp>
      <p:sp>
        <p:nvSpPr>
          <p:cNvPr id="184" name="Google Shape;184;p12"/>
          <p:cNvSpPr txBox="1">
            <a:spLocks noGrp="1"/>
          </p:cNvSpPr>
          <p:nvPr>
            <p:ph type="sldNum" idx="12"/>
          </p:nvPr>
        </p:nvSpPr>
        <p:spPr>
          <a:xfrm>
            <a:off x="10558300" y="6423914"/>
            <a:ext cx="105251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a:t>
            </a:fld>
            <a:endParaRPr/>
          </a:p>
        </p:txBody>
      </p:sp>
      <p:sp>
        <p:nvSpPr>
          <p:cNvPr id="185" name="Google Shape;185;p12"/>
          <p:cNvSpPr txBox="1"/>
          <p:nvPr/>
        </p:nvSpPr>
        <p:spPr>
          <a:xfrm>
            <a:off x="1072945" y="1836153"/>
            <a:ext cx="6098458" cy="16312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a:solidFill>
                  <a:srgbClr val="0E0E0E"/>
                </a:solidFill>
                <a:latin typeface="Arial"/>
                <a:ea typeface="Arial"/>
                <a:cs typeface="Arial"/>
                <a:sym typeface="Arial"/>
              </a:rPr>
              <a:t>You can combine these functions for more complex calculations. For example, you could round the result of a logarithm calculation:</a:t>
            </a:r>
            <a:endParaRPr/>
          </a:p>
          <a:p>
            <a:pPr marL="0" marR="0" lvl="0" indent="0" algn="l" rtl="0">
              <a:spcBef>
                <a:spcPts val="0"/>
              </a:spcBef>
              <a:spcAft>
                <a:spcPts val="0"/>
              </a:spcAft>
              <a:buNone/>
            </a:pPr>
            <a:endParaRPr sz="2000">
              <a:solidFill>
                <a:srgbClr val="0E0E0E"/>
              </a:solidFill>
              <a:latin typeface="Arial"/>
              <a:ea typeface="Arial"/>
              <a:cs typeface="Arial"/>
              <a:sym typeface="Arial"/>
            </a:endParaRPr>
          </a:p>
          <a:p>
            <a:pPr marL="0" marR="0" lvl="0" indent="0" algn="l" rtl="0">
              <a:spcBef>
                <a:spcPts val="0"/>
              </a:spcBef>
              <a:spcAft>
                <a:spcPts val="0"/>
              </a:spcAft>
              <a:buNone/>
            </a:pPr>
            <a:r>
              <a:rPr lang="en-US" sz="2000" b="1">
                <a:solidFill>
                  <a:srgbClr val="0E0E0E"/>
                </a:solidFill>
                <a:latin typeface="Arial"/>
                <a:ea typeface="Arial"/>
                <a:cs typeface="Arial"/>
                <a:sym typeface="Arial"/>
              </a:rPr>
              <a:t>Example: Rounding the logarithm of invoice totals</a:t>
            </a:r>
            <a:endParaRPr sz="2000">
              <a:solidFill>
                <a:srgbClr val="0E0E0E"/>
              </a:solidFill>
              <a:latin typeface="Arial"/>
              <a:ea typeface="Arial"/>
              <a:cs typeface="Arial"/>
              <a:sym typeface="Arial"/>
            </a:endParaRPr>
          </a:p>
        </p:txBody>
      </p:sp>
      <p:sp>
        <p:nvSpPr>
          <p:cNvPr id="186" name="Google Shape;186;p12"/>
          <p:cNvSpPr txBox="1"/>
          <p:nvPr/>
        </p:nvSpPr>
        <p:spPr>
          <a:xfrm>
            <a:off x="1183126" y="3660657"/>
            <a:ext cx="8214852" cy="923330"/>
          </a:xfrm>
          <a:prstGeom prst="rect">
            <a:avLst/>
          </a:prstGeom>
          <a:solidFill>
            <a:srgbClr val="F2F2F2"/>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800000"/>
                </a:solidFill>
                <a:latin typeface="Arial"/>
                <a:ea typeface="Arial"/>
                <a:cs typeface="Arial"/>
                <a:sym typeface="Arial"/>
              </a:rPr>
              <a:t>SELECT</a:t>
            </a:r>
            <a:r>
              <a:rPr lang="en-US" sz="1800">
                <a:solidFill>
                  <a:srgbClr val="000000"/>
                </a:solidFill>
                <a:latin typeface="Arial"/>
                <a:ea typeface="Arial"/>
                <a:cs typeface="Arial"/>
                <a:sym typeface="Arial"/>
              </a:rPr>
              <a:t> </a:t>
            </a:r>
            <a:r>
              <a:rPr lang="en-US" sz="1800">
                <a:solidFill>
                  <a:srgbClr val="006464"/>
                </a:solidFill>
                <a:latin typeface="Arial"/>
                <a:ea typeface="Arial"/>
                <a:cs typeface="Arial"/>
                <a:sym typeface="Arial"/>
              </a:rPr>
              <a:t>InvoiceID</a:t>
            </a:r>
            <a:r>
              <a:rPr lang="en-US" sz="1800">
                <a:solidFill>
                  <a:srgbClr val="000000"/>
                </a:solidFill>
                <a:latin typeface="Arial"/>
                <a:ea typeface="Arial"/>
                <a:cs typeface="Arial"/>
                <a:sym typeface="Arial"/>
              </a:rPr>
              <a:t>, </a:t>
            </a:r>
            <a:r>
              <a:rPr lang="en-US" sz="1800" b="1">
                <a:solidFill>
                  <a:srgbClr val="851F1E"/>
                </a:solidFill>
                <a:latin typeface="Arial"/>
                <a:ea typeface="Arial"/>
                <a:cs typeface="Arial"/>
                <a:sym typeface="Arial"/>
              </a:rPr>
              <a:t>ROUND</a:t>
            </a:r>
            <a:r>
              <a:rPr lang="en-US" sz="1800">
                <a:solidFill>
                  <a:srgbClr val="000000"/>
                </a:solidFill>
                <a:latin typeface="Arial"/>
                <a:ea typeface="Arial"/>
                <a:cs typeface="Arial"/>
                <a:sym typeface="Arial"/>
              </a:rPr>
              <a:t>(LOG(</a:t>
            </a:r>
            <a:r>
              <a:rPr lang="en-US" sz="1800">
                <a:solidFill>
                  <a:srgbClr val="006464"/>
                </a:solidFill>
                <a:latin typeface="Arial"/>
                <a:ea typeface="Arial"/>
                <a:cs typeface="Arial"/>
                <a:sym typeface="Arial"/>
              </a:rPr>
              <a:t>Total</a:t>
            </a:r>
            <a:r>
              <a:rPr lang="en-US" sz="1800">
                <a:solidFill>
                  <a:srgbClr val="000000"/>
                </a:solidFill>
                <a:latin typeface="Arial"/>
                <a:ea typeface="Arial"/>
                <a:cs typeface="Arial"/>
                <a:sym typeface="Arial"/>
              </a:rPr>
              <a:t>), </a:t>
            </a:r>
            <a:r>
              <a:rPr lang="en-US" sz="1800">
                <a:solidFill>
                  <a:srgbClr val="0000FF"/>
                </a:solidFill>
                <a:latin typeface="Arial"/>
                <a:ea typeface="Arial"/>
                <a:cs typeface="Arial"/>
                <a:sym typeface="Arial"/>
              </a:rPr>
              <a:t>2</a:t>
            </a:r>
            <a:r>
              <a:rPr lang="en-US" sz="1800">
                <a:solidFill>
                  <a:srgbClr val="000000"/>
                </a:solidFill>
                <a:latin typeface="Arial"/>
                <a:ea typeface="Arial"/>
                <a:cs typeface="Arial"/>
                <a:sym typeface="Arial"/>
              </a:rPr>
              <a:t>) </a:t>
            </a:r>
            <a:r>
              <a:rPr lang="en-US" sz="1800" b="1">
                <a:solidFill>
                  <a:srgbClr val="800000"/>
                </a:solidFill>
                <a:latin typeface="Arial"/>
                <a:ea typeface="Arial"/>
                <a:cs typeface="Arial"/>
                <a:sym typeface="Arial"/>
              </a:rPr>
              <a:t>AS</a:t>
            </a:r>
            <a:r>
              <a:rPr lang="en-US" sz="1800">
                <a:solidFill>
                  <a:srgbClr val="000000"/>
                </a:solidFill>
                <a:latin typeface="Arial"/>
                <a:ea typeface="Arial"/>
                <a:cs typeface="Arial"/>
                <a:sym typeface="Arial"/>
              </a:rPr>
              <a:t> </a:t>
            </a:r>
            <a:r>
              <a:rPr lang="en-US" sz="1800" i="1">
                <a:solidFill>
                  <a:srgbClr val="006464"/>
                </a:solidFill>
                <a:latin typeface="Arial"/>
                <a:ea typeface="Arial"/>
                <a:cs typeface="Arial"/>
                <a:sym typeface="Arial"/>
              </a:rPr>
              <a:t>RoundedLogTotal</a:t>
            </a:r>
            <a:endParaRPr sz="1800">
              <a:solidFill>
                <a:srgbClr val="000000"/>
              </a:solidFill>
              <a:latin typeface="Arial"/>
              <a:ea typeface="Arial"/>
              <a:cs typeface="Arial"/>
              <a:sym typeface="Arial"/>
            </a:endParaRPr>
          </a:p>
          <a:p>
            <a:pPr marL="0" marR="0" lvl="0" indent="0" algn="l" rtl="0">
              <a:spcBef>
                <a:spcPts val="0"/>
              </a:spcBef>
              <a:spcAft>
                <a:spcPts val="0"/>
              </a:spcAft>
              <a:buNone/>
            </a:pPr>
            <a:r>
              <a:rPr lang="en-US" sz="1800" b="1">
                <a:solidFill>
                  <a:srgbClr val="800000"/>
                </a:solidFill>
                <a:latin typeface="Arial"/>
                <a:ea typeface="Arial"/>
                <a:cs typeface="Arial"/>
                <a:sym typeface="Arial"/>
              </a:rPr>
              <a:t>FROM</a:t>
            </a:r>
            <a:r>
              <a:rPr lang="en-US" sz="1800">
                <a:solidFill>
                  <a:srgbClr val="000000"/>
                </a:solidFill>
                <a:latin typeface="Arial"/>
                <a:ea typeface="Arial"/>
                <a:cs typeface="Arial"/>
                <a:sym typeface="Arial"/>
              </a:rPr>
              <a:t> </a:t>
            </a:r>
            <a:r>
              <a:rPr lang="en-US" sz="1800">
                <a:solidFill>
                  <a:srgbClr val="8E00C6"/>
                </a:solidFill>
                <a:latin typeface="Arial"/>
                <a:ea typeface="Arial"/>
                <a:cs typeface="Arial"/>
                <a:sym typeface="Arial"/>
              </a:rPr>
              <a:t>Invoice</a:t>
            </a:r>
            <a:endParaRPr sz="1800">
              <a:solidFill>
                <a:srgbClr val="000000"/>
              </a:solidFill>
              <a:latin typeface="Arial"/>
              <a:ea typeface="Arial"/>
              <a:cs typeface="Arial"/>
              <a:sym typeface="Arial"/>
            </a:endParaRPr>
          </a:p>
          <a:p>
            <a:pPr marL="0" marR="0" lvl="0" indent="0" algn="l" rtl="0">
              <a:spcBef>
                <a:spcPts val="0"/>
              </a:spcBef>
              <a:spcAft>
                <a:spcPts val="0"/>
              </a:spcAft>
              <a:buNone/>
            </a:pPr>
            <a:r>
              <a:rPr lang="en-US" sz="1800" b="1">
                <a:solidFill>
                  <a:srgbClr val="800000"/>
                </a:solidFill>
                <a:latin typeface="Arial"/>
                <a:ea typeface="Arial"/>
                <a:cs typeface="Arial"/>
                <a:sym typeface="Arial"/>
              </a:rPr>
              <a:t>WHERE</a:t>
            </a:r>
            <a:r>
              <a:rPr lang="en-US" sz="1800">
                <a:solidFill>
                  <a:srgbClr val="000000"/>
                </a:solidFill>
                <a:latin typeface="Arial"/>
                <a:ea typeface="Arial"/>
                <a:cs typeface="Arial"/>
                <a:sym typeface="Arial"/>
              </a:rPr>
              <a:t> </a:t>
            </a:r>
            <a:r>
              <a:rPr lang="en-US" sz="1800">
                <a:solidFill>
                  <a:srgbClr val="006464"/>
                </a:solidFill>
                <a:latin typeface="Arial"/>
                <a:ea typeface="Arial"/>
                <a:cs typeface="Arial"/>
                <a:sym typeface="Arial"/>
              </a:rPr>
              <a:t>Total</a:t>
            </a:r>
            <a:r>
              <a:rPr lang="en-US" sz="1800">
                <a:solidFill>
                  <a:srgbClr val="000000"/>
                </a:solidFill>
                <a:latin typeface="Arial"/>
                <a:ea typeface="Arial"/>
                <a:cs typeface="Arial"/>
                <a:sym typeface="Arial"/>
              </a:rPr>
              <a:t> &gt; </a:t>
            </a:r>
            <a:r>
              <a:rPr lang="en-US" sz="1800">
                <a:solidFill>
                  <a:srgbClr val="0000FF"/>
                </a:solidFill>
                <a:latin typeface="Arial"/>
                <a:ea typeface="Arial"/>
                <a:cs typeface="Arial"/>
                <a:sym typeface="Arial"/>
              </a:rPr>
              <a:t>0</a:t>
            </a:r>
            <a:r>
              <a:rPr lang="en-US" sz="1800">
                <a:solidFill>
                  <a:srgbClr val="FF0000"/>
                </a:solidFill>
                <a:latin typeface="Arial"/>
                <a:ea typeface="Arial"/>
                <a:cs typeface="Arial"/>
                <a:sym typeface="Arial"/>
              </a:rPr>
              <a:t>;</a:t>
            </a:r>
            <a:endParaRPr sz="1800">
              <a:solidFill>
                <a:srgbClr val="000000"/>
              </a:solidFill>
              <a:latin typeface="Arial"/>
              <a:ea typeface="Arial"/>
              <a:cs typeface="Arial"/>
              <a:sym typeface="Arial"/>
            </a:endParaRPr>
          </a:p>
        </p:txBody>
      </p:sp>
      <p:sp>
        <p:nvSpPr>
          <p:cNvPr id="187" name="Google Shape;187;p12"/>
          <p:cNvSpPr txBox="1"/>
          <p:nvPr/>
        </p:nvSpPr>
        <p:spPr>
          <a:xfrm>
            <a:off x="1072945" y="5480096"/>
            <a:ext cx="6098458" cy="64633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E0E0E"/>
                </a:solidFill>
                <a:latin typeface="Arial"/>
                <a:ea typeface="Arial"/>
                <a:cs typeface="Arial"/>
                <a:sym typeface="Arial"/>
              </a:rPr>
              <a:t>Explanation</a:t>
            </a:r>
            <a:r>
              <a:rPr lang="en-US" sz="1800">
                <a:solidFill>
                  <a:srgbClr val="0E0E0E"/>
                </a:solidFill>
                <a:latin typeface="Arial"/>
                <a:ea typeface="Arial"/>
                <a:cs typeface="Arial"/>
                <a:sym typeface="Arial"/>
              </a:rPr>
              <a:t>: This query calculates the logarithm of the invoice total and rounds the result to 2 decimal places.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13"/>
          <p:cNvSpPr txBox="1">
            <a:spLocks noGrp="1"/>
          </p:cNvSpPr>
          <p:nvPr>
            <p:ph type="title"/>
          </p:nvPr>
        </p:nvSpPr>
        <p:spPr>
          <a:xfrm>
            <a:off x="575894" y="729658"/>
            <a:ext cx="11029616" cy="553452"/>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rgbClr val="3F3F3F"/>
              </a:buClr>
              <a:buSzPts val="2800"/>
              <a:buFont typeface="Franklin Gothic"/>
              <a:buNone/>
            </a:pPr>
            <a:r>
              <a:rPr lang="en-US"/>
              <a:t>STRING FUNCTIONS</a:t>
            </a:r>
            <a:endParaRPr/>
          </a:p>
        </p:txBody>
      </p:sp>
      <p:pic>
        <p:nvPicPr>
          <p:cNvPr id="193" name="Google Shape;193;p13" descr="Graphical user interface, text, application, email&#10;&#10;Description automatically generated"/>
          <p:cNvPicPr preferRelativeResize="0"/>
          <p:nvPr/>
        </p:nvPicPr>
        <p:blipFill rotWithShape="1">
          <a:blip r:embed="rId3">
            <a:alphaModFix/>
          </a:blip>
          <a:srcRect t="9544" b="1554"/>
          <a:stretch/>
        </p:blipFill>
        <p:spPr>
          <a:xfrm>
            <a:off x="1873045" y="1710813"/>
            <a:ext cx="8153031" cy="421804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14"/>
          <p:cNvSpPr txBox="1">
            <a:spLocks noGrp="1"/>
          </p:cNvSpPr>
          <p:nvPr>
            <p:ph type="title"/>
          </p:nvPr>
        </p:nvSpPr>
        <p:spPr>
          <a:xfrm>
            <a:off x="575894" y="729658"/>
            <a:ext cx="11029616" cy="612445"/>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rgbClr val="3F3F3F"/>
              </a:buClr>
              <a:buSzPts val="2800"/>
              <a:buFont typeface="Franklin Gothic"/>
              <a:buNone/>
            </a:pPr>
            <a:r>
              <a:rPr lang="en-US"/>
              <a:t>STRING FUNCTION EXAMPLES: CONCAT(), LOWER()</a:t>
            </a:r>
            <a:endParaRPr/>
          </a:p>
        </p:txBody>
      </p:sp>
      <p:sp>
        <p:nvSpPr>
          <p:cNvPr id="199" name="Google Shape;199;p14"/>
          <p:cNvSpPr txBox="1">
            <a:spLocks noGrp="1"/>
          </p:cNvSpPr>
          <p:nvPr>
            <p:ph type="sldNum" idx="12"/>
          </p:nvPr>
        </p:nvSpPr>
        <p:spPr>
          <a:xfrm>
            <a:off x="10558300" y="6423914"/>
            <a:ext cx="105251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7</a:t>
            </a:fld>
            <a:endParaRPr/>
          </a:p>
        </p:txBody>
      </p:sp>
      <p:sp>
        <p:nvSpPr>
          <p:cNvPr id="200" name="Google Shape;200;p14"/>
          <p:cNvSpPr txBox="1"/>
          <p:nvPr/>
        </p:nvSpPr>
        <p:spPr>
          <a:xfrm>
            <a:off x="575894" y="1826623"/>
            <a:ext cx="5928145" cy="203132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E0E0E"/>
                </a:solidFill>
                <a:latin typeface="Arial"/>
                <a:ea typeface="Arial"/>
                <a:cs typeface="Arial"/>
                <a:sym typeface="Arial"/>
              </a:rPr>
              <a:t>CONCAT(): Concatenating Strings</a:t>
            </a:r>
            <a:endParaRPr sz="1800">
              <a:solidFill>
                <a:srgbClr val="0E0E0E"/>
              </a:solidFill>
              <a:latin typeface="Arial"/>
              <a:ea typeface="Arial"/>
              <a:cs typeface="Arial"/>
              <a:sym typeface="Arial"/>
            </a:endParaRPr>
          </a:p>
          <a:p>
            <a:pPr marL="0" marR="0" lvl="0" indent="0" algn="l" rtl="0">
              <a:spcBef>
                <a:spcPts val="0"/>
              </a:spcBef>
              <a:spcAft>
                <a:spcPts val="0"/>
              </a:spcAft>
              <a:buNone/>
            </a:pPr>
            <a:endParaRPr sz="1800">
              <a:solidFill>
                <a:srgbClr val="0E0E0E"/>
              </a:solidFill>
              <a:latin typeface="Arial"/>
              <a:ea typeface="Arial"/>
              <a:cs typeface="Arial"/>
              <a:sym typeface="Arial"/>
            </a:endParaRPr>
          </a:p>
          <a:p>
            <a:pPr marL="0" marR="0" lvl="0" indent="0" algn="l" rtl="0">
              <a:spcBef>
                <a:spcPts val="0"/>
              </a:spcBef>
              <a:spcAft>
                <a:spcPts val="0"/>
              </a:spcAft>
              <a:buNone/>
            </a:pPr>
            <a:r>
              <a:rPr lang="en-US" sz="1800">
                <a:solidFill>
                  <a:srgbClr val="0E0E0E"/>
                </a:solidFill>
                <a:latin typeface="Arial"/>
                <a:ea typeface="Arial"/>
                <a:cs typeface="Arial"/>
                <a:sym typeface="Arial"/>
              </a:rPr>
              <a:t>The CONCAT() function combines two or more strings into one. It’s useful for creating full names from separate FirstName and LastName columns, for example.</a:t>
            </a:r>
            <a:endParaRPr/>
          </a:p>
          <a:p>
            <a:pPr marL="0" marR="0" lvl="0" indent="0" algn="l" rtl="0">
              <a:spcBef>
                <a:spcPts val="0"/>
              </a:spcBef>
              <a:spcAft>
                <a:spcPts val="0"/>
              </a:spcAft>
              <a:buNone/>
            </a:pPr>
            <a:endParaRPr sz="1800">
              <a:solidFill>
                <a:srgbClr val="0E0E0E"/>
              </a:solidFill>
              <a:latin typeface="Arial"/>
              <a:ea typeface="Arial"/>
              <a:cs typeface="Arial"/>
              <a:sym typeface="Arial"/>
            </a:endParaRPr>
          </a:p>
          <a:p>
            <a:pPr marL="0" marR="0" lvl="0" indent="0" algn="l" rtl="0">
              <a:spcBef>
                <a:spcPts val="0"/>
              </a:spcBef>
              <a:spcAft>
                <a:spcPts val="0"/>
              </a:spcAft>
              <a:buNone/>
            </a:pPr>
            <a:r>
              <a:rPr lang="en-US" sz="1800" b="1">
                <a:solidFill>
                  <a:srgbClr val="0E0E0E"/>
                </a:solidFill>
                <a:latin typeface="Arial"/>
                <a:ea typeface="Arial"/>
                <a:cs typeface="Arial"/>
                <a:sym typeface="Arial"/>
              </a:rPr>
              <a:t>Example: Combining first and last names into a full name</a:t>
            </a:r>
            <a:endParaRPr sz="1800">
              <a:solidFill>
                <a:srgbClr val="0E0E0E"/>
              </a:solidFill>
              <a:latin typeface="Arial"/>
              <a:ea typeface="Arial"/>
              <a:cs typeface="Arial"/>
              <a:sym typeface="Arial"/>
            </a:endParaRPr>
          </a:p>
        </p:txBody>
      </p:sp>
      <p:sp>
        <p:nvSpPr>
          <p:cNvPr id="201" name="Google Shape;201;p14"/>
          <p:cNvSpPr txBox="1"/>
          <p:nvPr/>
        </p:nvSpPr>
        <p:spPr>
          <a:xfrm>
            <a:off x="575894" y="4102961"/>
            <a:ext cx="5190725" cy="923330"/>
          </a:xfrm>
          <a:prstGeom prst="rect">
            <a:avLst/>
          </a:prstGeom>
          <a:solidFill>
            <a:srgbClr val="F2F2F2"/>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800000"/>
                </a:solidFill>
                <a:latin typeface="Arial"/>
                <a:ea typeface="Arial"/>
                <a:cs typeface="Arial"/>
                <a:sym typeface="Arial"/>
              </a:rPr>
              <a:t>SELECT</a:t>
            </a:r>
            <a:r>
              <a:rPr lang="en-US" sz="1800">
                <a:solidFill>
                  <a:srgbClr val="000000"/>
                </a:solidFill>
                <a:latin typeface="Arial"/>
                <a:ea typeface="Arial"/>
                <a:cs typeface="Arial"/>
                <a:sym typeface="Arial"/>
              </a:rPr>
              <a:t> CustomerID, </a:t>
            </a:r>
            <a:r>
              <a:rPr lang="en-US" sz="1800" u="sng">
                <a:solidFill>
                  <a:srgbClr val="000000"/>
                </a:solidFill>
                <a:latin typeface="Arial"/>
                <a:ea typeface="Arial"/>
                <a:cs typeface="Arial"/>
                <a:sym typeface="Arial"/>
              </a:rPr>
              <a:t>CONCAT</a:t>
            </a:r>
            <a:r>
              <a:rPr lang="en-US" sz="1800">
                <a:solidFill>
                  <a:srgbClr val="000000"/>
                </a:solidFill>
                <a:latin typeface="Arial"/>
                <a:ea typeface="Arial"/>
                <a:cs typeface="Arial"/>
                <a:sym typeface="Arial"/>
              </a:rPr>
              <a:t>(</a:t>
            </a:r>
            <a:r>
              <a:rPr lang="en-US" sz="1800" u="sng">
                <a:solidFill>
                  <a:srgbClr val="000000"/>
                </a:solidFill>
                <a:latin typeface="Arial"/>
                <a:ea typeface="Arial"/>
                <a:cs typeface="Arial"/>
                <a:sym typeface="Arial"/>
              </a:rPr>
              <a:t>FirstName</a:t>
            </a:r>
            <a:r>
              <a:rPr lang="en-US" sz="1800">
                <a:solidFill>
                  <a:srgbClr val="000000"/>
                </a:solidFill>
                <a:latin typeface="Arial"/>
                <a:ea typeface="Arial"/>
                <a:cs typeface="Arial"/>
                <a:sym typeface="Arial"/>
              </a:rPr>
              <a:t>, </a:t>
            </a:r>
            <a:r>
              <a:rPr lang="en-US" sz="1800" b="1">
                <a:solidFill>
                  <a:srgbClr val="000080"/>
                </a:solidFill>
                <a:latin typeface="Arial"/>
                <a:ea typeface="Arial"/>
                <a:cs typeface="Arial"/>
                <a:sym typeface="Arial"/>
              </a:rPr>
              <a:t>' '</a:t>
            </a:r>
            <a:r>
              <a:rPr lang="en-US" sz="1800">
                <a:solidFill>
                  <a:srgbClr val="000000"/>
                </a:solidFill>
                <a:latin typeface="Arial"/>
                <a:ea typeface="Arial"/>
                <a:cs typeface="Arial"/>
                <a:sym typeface="Arial"/>
              </a:rPr>
              <a:t>, </a:t>
            </a:r>
            <a:r>
              <a:rPr lang="en-US" sz="1800" u="sng">
                <a:solidFill>
                  <a:srgbClr val="000000"/>
                </a:solidFill>
                <a:latin typeface="Arial"/>
                <a:ea typeface="Arial"/>
                <a:cs typeface="Arial"/>
                <a:sym typeface="Arial"/>
              </a:rPr>
              <a:t>LastName</a:t>
            </a:r>
            <a:r>
              <a:rPr lang="en-US" sz="1800">
                <a:solidFill>
                  <a:srgbClr val="000000"/>
                </a:solidFill>
                <a:latin typeface="Arial"/>
                <a:ea typeface="Arial"/>
                <a:cs typeface="Arial"/>
                <a:sym typeface="Arial"/>
              </a:rPr>
              <a:t>) </a:t>
            </a:r>
            <a:r>
              <a:rPr lang="en-US" sz="1800" b="1">
                <a:solidFill>
                  <a:srgbClr val="800000"/>
                </a:solidFill>
                <a:latin typeface="Arial"/>
                <a:ea typeface="Arial"/>
                <a:cs typeface="Arial"/>
                <a:sym typeface="Arial"/>
              </a:rPr>
              <a:t>AS</a:t>
            </a:r>
            <a:r>
              <a:rPr lang="en-US" sz="1800">
                <a:solidFill>
                  <a:srgbClr val="000000"/>
                </a:solidFill>
                <a:latin typeface="Arial"/>
                <a:ea typeface="Arial"/>
                <a:cs typeface="Arial"/>
                <a:sym typeface="Arial"/>
              </a:rPr>
              <a:t> FullName</a:t>
            </a:r>
            <a:endParaRPr sz="1800">
              <a:solidFill>
                <a:srgbClr val="000000"/>
              </a:solidFill>
              <a:latin typeface="Arial"/>
              <a:ea typeface="Arial"/>
              <a:cs typeface="Arial"/>
              <a:sym typeface="Arial"/>
            </a:endParaRPr>
          </a:p>
          <a:p>
            <a:pPr marL="0" marR="0" lvl="0" indent="0" algn="l" rtl="0">
              <a:spcBef>
                <a:spcPts val="0"/>
              </a:spcBef>
              <a:spcAft>
                <a:spcPts val="0"/>
              </a:spcAft>
              <a:buNone/>
            </a:pPr>
            <a:r>
              <a:rPr lang="en-US" sz="1800" b="1">
                <a:solidFill>
                  <a:srgbClr val="800000"/>
                </a:solidFill>
                <a:latin typeface="Arial"/>
                <a:ea typeface="Arial"/>
                <a:cs typeface="Arial"/>
                <a:sym typeface="Arial"/>
              </a:rPr>
              <a:t>FROM</a:t>
            </a:r>
            <a:r>
              <a:rPr lang="en-US" sz="1800">
                <a:solidFill>
                  <a:srgbClr val="000000"/>
                </a:solidFill>
                <a:latin typeface="Arial"/>
                <a:ea typeface="Arial"/>
                <a:cs typeface="Arial"/>
                <a:sym typeface="Arial"/>
              </a:rPr>
              <a:t> </a:t>
            </a:r>
            <a:r>
              <a:rPr lang="en-US" sz="1800" u="sng">
                <a:solidFill>
                  <a:srgbClr val="000000"/>
                </a:solidFill>
                <a:latin typeface="Arial"/>
                <a:ea typeface="Arial"/>
                <a:cs typeface="Arial"/>
                <a:sym typeface="Arial"/>
              </a:rPr>
              <a:t>VIPCustomer</a:t>
            </a:r>
            <a:r>
              <a:rPr lang="en-US" sz="1800">
                <a:solidFill>
                  <a:srgbClr val="FF0000"/>
                </a:solidFill>
                <a:latin typeface="Arial"/>
                <a:ea typeface="Arial"/>
                <a:cs typeface="Arial"/>
                <a:sym typeface="Arial"/>
              </a:rPr>
              <a:t>;</a:t>
            </a:r>
            <a:endParaRPr sz="1800">
              <a:solidFill>
                <a:srgbClr val="000000"/>
              </a:solidFill>
              <a:latin typeface="Arial"/>
              <a:ea typeface="Arial"/>
              <a:cs typeface="Arial"/>
              <a:sym typeface="Arial"/>
            </a:endParaRPr>
          </a:p>
        </p:txBody>
      </p:sp>
      <p:sp>
        <p:nvSpPr>
          <p:cNvPr id="202" name="Google Shape;202;p14"/>
          <p:cNvSpPr txBox="1"/>
          <p:nvPr/>
        </p:nvSpPr>
        <p:spPr>
          <a:xfrm>
            <a:off x="6504039" y="1826623"/>
            <a:ext cx="5235677" cy="203132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E0E0E"/>
                </a:solidFill>
                <a:latin typeface="Arial"/>
                <a:ea typeface="Arial"/>
                <a:cs typeface="Arial"/>
                <a:sym typeface="Arial"/>
              </a:rPr>
              <a:t>LOWER(): Converting Text to Lowercase</a:t>
            </a:r>
            <a:endParaRPr sz="1800">
              <a:solidFill>
                <a:srgbClr val="0E0E0E"/>
              </a:solidFill>
              <a:latin typeface="Arial"/>
              <a:ea typeface="Arial"/>
              <a:cs typeface="Arial"/>
              <a:sym typeface="Arial"/>
            </a:endParaRPr>
          </a:p>
          <a:p>
            <a:pPr marL="0" marR="0" lvl="0" indent="0" algn="l" rtl="0">
              <a:spcBef>
                <a:spcPts val="0"/>
              </a:spcBef>
              <a:spcAft>
                <a:spcPts val="0"/>
              </a:spcAft>
              <a:buNone/>
            </a:pPr>
            <a:endParaRPr sz="1800">
              <a:solidFill>
                <a:srgbClr val="0E0E0E"/>
              </a:solidFill>
              <a:latin typeface="Arial"/>
              <a:ea typeface="Arial"/>
              <a:cs typeface="Arial"/>
              <a:sym typeface="Arial"/>
            </a:endParaRPr>
          </a:p>
          <a:p>
            <a:pPr marL="0" marR="0" lvl="0" indent="0" algn="l" rtl="0">
              <a:spcBef>
                <a:spcPts val="0"/>
              </a:spcBef>
              <a:spcAft>
                <a:spcPts val="0"/>
              </a:spcAft>
              <a:buNone/>
            </a:pPr>
            <a:r>
              <a:rPr lang="en-US" sz="1800">
                <a:solidFill>
                  <a:srgbClr val="0E0E0E"/>
                </a:solidFill>
                <a:latin typeface="Arial"/>
                <a:ea typeface="Arial"/>
                <a:cs typeface="Arial"/>
                <a:sym typeface="Arial"/>
              </a:rPr>
              <a:t>The LOWER() function converts all characters in a string to lowercase. This can be useful when comparing text data case-insensitively.</a:t>
            </a:r>
            <a:endParaRPr/>
          </a:p>
          <a:p>
            <a:pPr marL="0" marR="0" lvl="0" indent="0" algn="l" rtl="0">
              <a:spcBef>
                <a:spcPts val="0"/>
              </a:spcBef>
              <a:spcAft>
                <a:spcPts val="0"/>
              </a:spcAft>
              <a:buNone/>
            </a:pPr>
            <a:endParaRPr sz="1800">
              <a:solidFill>
                <a:srgbClr val="0E0E0E"/>
              </a:solidFill>
              <a:latin typeface="Arial"/>
              <a:ea typeface="Arial"/>
              <a:cs typeface="Arial"/>
              <a:sym typeface="Arial"/>
            </a:endParaRPr>
          </a:p>
          <a:p>
            <a:pPr marL="0" marR="0" lvl="0" indent="0" algn="l" rtl="0">
              <a:spcBef>
                <a:spcPts val="0"/>
              </a:spcBef>
              <a:spcAft>
                <a:spcPts val="0"/>
              </a:spcAft>
              <a:buNone/>
            </a:pPr>
            <a:r>
              <a:rPr lang="en-US" sz="1800" b="1">
                <a:solidFill>
                  <a:srgbClr val="0E0E0E"/>
                </a:solidFill>
                <a:latin typeface="Arial"/>
                <a:ea typeface="Arial"/>
                <a:cs typeface="Arial"/>
                <a:sym typeface="Arial"/>
              </a:rPr>
              <a:t>Example: Converting email addresses to lowercase</a:t>
            </a:r>
            <a:endParaRPr sz="1800">
              <a:solidFill>
                <a:srgbClr val="0E0E0E"/>
              </a:solidFill>
              <a:latin typeface="Arial"/>
              <a:ea typeface="Arial"/>
              <a:cs typeface="Arial"/>
              <a:sym typeface="Arial"/>
            </a:endParaRPr>
          </a:p>
        </p:txBody>
      </p:sp>
      <p:sp>
        <p:nvSpPr>
          <p:cNvPr id="203" name="Google Shape;203;p14"/>
          <p:cNvSpPr txBox="1"/>
          <p:nvPr/>
        </p:nvSpPr>
        <p:spPr>
          <a:xfrm>
            <a:off x="6504039" y="4102961"/>
            <a:ext cx="5101471" cy="923330"/>
          </a:xfrm>
          <a:prstGeom prst="rect">
            <a:avLst/>
          </a:prstGeom>
          <a:solidFill>
            <a:srgbClr val="F2F2F2"/>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800000"/>
                </a:solidFill>
                <a:latin typeface="Arial"/>
                <a:ea typeface="Arial"/>
                <a:cs typeface="Arial"/>
                <a:sym typeface="Arial"/>
              </a:rPr>
              <a:t>SELECT</a:t>
            </a:r>
            <a:r>
              <a:rPr lang="en-US" sz="1800">
                <a:solidFill>
                  <a:srgbClr val="000000"/>
                </a:solidFill>
                <a:latin typeface="Arial"/>
                <a:ea typeface="Arial"/>
                <a:cs typeface="Arial"/>
                <a:sym typeface="Arial"/>
              </a:rPr>
              <a:t> CustomerID, </a:t>
            </a:r>
            <a:r>
              <a:rPr lang="en-US" sz="1800" b="1">
                <a:solidFill>
                  <a:srgbClr val="000080"/>
                </a:solidFill>
                <a:latin typeface="Arial"/>
                <a:ea typeface="Arial"/>
                <a:cs typeface="Arial"/>
                <a:sym typeface="Arial"/>
              </a:rPr>
              <a:t>LOWER</a:t>
            </a:r>
            <a:r>
              <a:rPr lang="en-US" sz="1800">
                <a:solidFill>
                  <a:srgbClr val="000000"/>
                </a:solidFill>
                <a:latin typeface="Arial"/>
                <a:ea typeface="Arial"/>
                <a:cs typeface="Arial"/>
                <a:sym typeface="Arial"/>
              </a:rPr>
              <a:t>(</a:t>
            </a:r>
            <a:r>
              <a:rPr lang="en-US" sz="1800" u="sng">
                <a:solidFill>
                  <a:srgbClr val="000000"/>
                </a:solidFill>
                <a:latin typeface="Arial"/>
                <a:ea typeface="Arial"/>
                <a:cs typeface="Arial"/>
                <a:sym typeface="Arial"/>
              </a:rPr>
              <a:t>Email</a:t>
            </a:r>
            <a:r>
              <a:rPr lang="en-US" sz="1800">
                <a:solidFill>
                  <a:srgbClr val="000000"/>
                </a:solidFill>
                <a:latin typeface="Arial"/>
                <a:ea typeface="Arial"/>
                <a:cs typeface="Arial"/>
                <a:sym typeface="Arial"/>
              </a:rPr>
              <a:t>) </a:t>
            </a:r>
            <a:r>
              <a:rPr lang="en-US" sz="1800" b="1">
                <a:solidFill>
                  <a:srgbClr val="800000"/>
                </a:solidFill>
                <a:latin typeface="Arial"/>
                <a:ea typeface="Arial"/>
                <a:cs typeface="Arial"/>
                <a:sym typeface="Arial"/>
              </a:rPr>
              <a:t>AS</a:t>
            </a:r>
            <a:r>
              <a:rPr lang="en-US" sz="1800">
                <a:solidFill>
                  <a:srgbClr val="000000"/>
                </a:solidFill>
                <a:latin typeface="Arial"/>
                <a:ea typeface="Arial"/>
                <a:cs typeface="Arial"/>
                <a:sym typeface="Arial"/>
              </a:rPr>
              <a:t> </a:t>
            </a:r>
            <a:r>
              <a:rPr lang="en-US" sz="1800" u="sng">
                <a:solidFill>
                  <a:srgbClr val="000000"/>
                </a:solidFill>
                <a:latin typeface="Arial"/>
                <a:ea typeface="Arial"/>
                <a:cs typeface="Arial"/>
                <a:sym typeface="Arial"/>
              </a:rPr>
              <a:t>LowercaseEmail</a:t>
            </a:r>
            <a:endParaRPr sz="1800">
              <a:solidFill>
                <a:srgbClr val="000000"/>
              </a:solidFill>
              <a:latin typeface="Arial"/>
              <a:ea typeface="Arial"/>
              <a:cs typeface="Arial"/>
              <a:sym typeface="Arial"/>
            </a:endParaRPr>
          </a:p>
          <a:p>
            <a:pPr marL="0" marR="0" lvl="0" indent="0" algn="l" rtl="0">
              <a:spcBef>
                <a:spcPts val="0"/>
              </a:spcBef>
              <a:spcAft>
                <a:spcPts val="0"/>
              </a:spcAft>
              <a:buNone/>
            </a:pPr>
            <a:r>
              <a:rPr lang="en-US" sz="1800" b="1">
                <a:solidFill>
                  <a:srgbClr val="800000"/>
                </a:solidFill>
                <a:latin typeface="Arial"/>
                <a:ea typeface="Arial"/>
                <a:cs typeface="Arial"/>
                <a:sym typeface="Arial"/>
              </a:rPr>
              <a:t>FROM</a:t>
            </a:r>
            <a:r>
              <a:rPr lang="en-US" sz="1800">
                <a:solidFill>
                  <a:srgbClr val="000000"/>
                </a:solidFill>
                <a:latin typeface="Arial"/>
                <a:ea typeface="Arial"/>
                <a:cs typeface="Arial"/>
                <a:sym typeface="Arial"/>
              </a:rPr>
              <a:t> </a:t>
            </a:r>
            <a:r>
              <a:rPr lang="en-US" sz="1800" u="sng">
                <a:solidFill>
                  <a:srgbClr val="000000"/>
                </a:solidFill>
                <a:latin typeface="Arial"/>
                <a:ea typeface="Arial"/>
                <a:cs typeface="Arial"/>
                <a:sym typeface="Arial"/>
              </a:rPr>
              <a:t>VIPCustomer</a:t>
            </a:r>
            <a:r>
              <a:rPr lang="en-US" sz="1800">
                <a:solidFill>
                  <a:srgbClr val="FF0000"/>
                </a:solidFill>
                <a:latin typeface="Arial"/>
                <a:ea typeface="Arial"/>
                <a:cs typeface="Arial"/>
                <a:sym typeface="Arial"/>
              </a:rPr>
              <a:t>;</a:t>
            </a:r>
            <a:endParaRPr sz="1800">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15"/>
          <p:cNvSpPr txBox="1">
            <a:spLocks noGrp="1"/>
          </p:cNvSpPr>
          <p:nvPr>
            <p:ph type="title"/>
          </p:nvPr>
        </p:nvSpPr>
        <p:spPr>
          <a:xfrm>
            <a:off x="575894" y="729658"/>
            <a:ext cx="11029616" cy="612445"/>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rgbClr val="3F3F3F"/>
              </a:buClr>
              <a:buSzPts val="2800"/>
              <a:buFont typeface="Franklin Gothic"/>
              <a:buNone/>
            </a:pPr>
            <a:r>
              <a:rPr lang="en-US"/>
              <a:t>STRING FUNCTION EXAMPLES: TRIM() AND SUBSTRING()</a:t>
            </a:r>
            <a:endParaRPr/>
          </a:p>
        </p:txBody>
      </p:sp>
      <p:sp>
        <p:nvSpPr>
          <p:cNvPr id="209" name="Google Shape;209;p15"/>
          <p:cNvSpPr txBox="1">
            <a:spLocks noGrp="1"/>
          </p:cNvSpPr>
          <p:nvPr>
            <p:ph type="sldNum" idx="12"/>
          </p:nvPr>
        </p:nvSpPr>
        <p:spPr>
          <a:xfrm>
            <a:off x="10558300" y="6423914"/>
            <a:ext cx="105251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a:t>
            </a:fld>
            <a:endParaRPr/>
          </a:p>
        </p:txBody>
      </p:sp>
      <p:sp>
        <p:nvSpPr>
          <p:cNvPr id="210" name="Google Shape;210;p15"/>
          <p:cNvSpPr txBox="1"/>
          <p:nvPr/>
        </p:nvSpPr>
        <p:spPr>
          <a:xfrm>
            <a:off x="615750" y="1800341"/>
            <a:ext cx="5386849" cy="20621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rgbClr val="0E0E0E"/>
                </a:solidFill>
                <a:latin typeface="Arial"/>
                <a:ea typeface="Arial"/>
                <a:cs typeface="Arial"/>
                <a:sym typeface="Arial"/>
              </a:rPr>
              <a:t>TRIM(): Removing Leading and Trailing Spaces</a:t>
            </a:r>
            <a:endParaRPr sz="2000">
              <a:solidFill>
                <a:srgbClr val="0E0E0E"/>
              </a:solidFill>
              <a:latin typeface="Arial"/>
              <a:ea typeface="Arial"/>
              <a:cs typeface="Arial"/>
              <a:sym typeface="Arial"/>
            </a:endParaRPr>
          </a:p>
          <a:p>
            <a:pPr marL="0" marR="0" lvl="0" indent="0" algn="l" rtl="0">
              <a:spcBef>
                <a:spcPts val="0"/>
              </a:spcBef>
              <a:spcAft>
                <a:spcPts val="0"/>
              </a:spcAft>
              <a:buNone/>
            </a:pPr>
            <a:endParaRPr sz="1800">
              <a:solidFill>
                <a:srgbClr val="0E0E0E"/>
              </a:solidFill>
              <a:latin typeface="Arial"/>
              <a:ea typeface="Arial"/>
              <a:cs typeface="Arial"/>
              <a:sym typeface="Arial"/>
            </a:endParaRPr>
          </a:p>
          <a:p>
            <a:pPr marL="0" marR="0" lvl="0" indent="0" algn="l" rtl="0">
              <a:spcBef>
                <a:spcPts val="0"/>
              </a:spcBef>
              <a:spcAft>
                <a:spcPts val="0"/>
              </a:spcAft>
              <a:buNone/>
            </a:pPr>
            <a:r>
              <a:rPr lang="en-US" sz="1800">
                <a:solidFill>
                  <a:srgbClr val="0E0E0E"/>
                </a:solidFill>
                <a:latin typeface="Arial"/>
                <a:ea typeface="Arial"/>
                <a:cs typeface="Arial"/>
                <a:sym typeface="Arial"/>
              </a:rPr>
              <a:t>The TRIM() function removes any leading and trailing spaces from a string. It’s useful for cleaning up user input or inconsistent data.</a:t>
            </a:r>
            <a:endParaRPr/>
          </a:p>
          <a:p>
            <a:pPr marL="0" marR="0" lvl="0" indent="0" algn="l" rtl="0">
              <a:spcBef>
                <a:spcPts val="0"/>
              </a:spcBef>
              <a:spcAft>
                <a:spcPts val="0"/>
              </a:spcAft>
              <a:buNone/>
            </a:pPr>
            <a:endParaRPr sz="1800">
              <a:solidFill>
                <a:srgbClr val="0E0E0E"/>
              </a:solidFill>
              <a:latin typeface="Arial"/>
              <a:ea typeface="Arial"/>
              <a:cs typeface="Arial"/>
              <a:sym typeface="Arial"/>
            </a:endParaRPr>
          </a:p>
          <a:p>
            <a:pPr marL="0" marR="0" lvl="0" indent="0" algn="l" rtl="0">
              <a:spcBef>
                <a:spcPts val="0"/>
              </a:spcBef>
              <a:spcAft>
                <a:spcPts val="0"/>
              </a:spcAft>
              <a:buNone/>
            </a:pPr>
            <a:r>
              <a:rPr lang="en-US" sz="1800" b="1">
                <a:solidFill>
                  <a:srgbClr val="0E0E0E"/>
                </a:solidFill>
                <a:latin typeface="Arial"/>
                <a:ea typeface="Arial"/>
                <a:cs typeface="Arial"/>
                <a:sym typeface="Arial"/>
              </a:rPr>
              <a:t>Example: Removing extra spaces from customer names</a:t>
            </a:r>
            <a:endParaRPr sz="1800">
              <a:solidFill>
                <a:srgbClr val="0E0E0E"/>
              </a:solidFill>
              <a:latin typeface="Arial"/>
              <a:ea typeface="Arial"/>
              <a:cs typeface="Arial"/>
              <a:sym typeface="Arial"/>
            </a:endParaRPr>
          </a:p>
        </p:txBody>
      </p:sp>
      <p:sp>
        <p:nvSpPr>
          <p:cNvPr id="211" name="Google Shape;211;p15"/>
          <p:cNvSpPr txBox="1"/>
          <p:nvPr/>
        </p:nvSpPr>
        <p:spPr>
          <a:xfrm>
            <a:off x="615750" y="4102961"/>
            <a:ext cx="5386849" cy="1200329"/>
          </a:xfrm>
          <a:prstGeom prst="rect">
            <a:avLst/>
          </a:prstGeom>
          <a:solidFill>
            <a:srgbClr val="F2F2F2"/>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800000"/>
                </a:solidFill>
                <a:latin typeface="Arial"/>
                <a:ea typeface="Arial"/>
                <a:cs typeface="Arial"/>
                <a:sym typeface="Arial"/>
              </a:rPr>
              <a:t>SELECT</a:t>
            </a:r>
            <a:r>
              <a:rPr lang="en-US" sz="1800">
                <a:solidFill>
                  <a:srgbClr val="000000"/>
                </a:solidFill>
                <a:latin typeface="Arial"/>
                <a:ea typeface="Arial"/>
                <a:cs typeface="Arial"/>
                <a:sym typeface="Arial"/>
              </a:rPr>
              <a:t> </a:t>
            </a:r>
            <a:r>
              <a:rPr lang="en-US" sz="1800">
                <a:solidFill>
                  <a:srgbClr val="006464"/>
                </a:solidFill>
                <a:latin typeface="Arial"/>
                <a:ea typeface="Arial"/>
                <a:cs typeface="Arial"/>
                <a:sym typeface="Arial"/>
              </a:rPr>
              <a:t>CustomerID</a:t>
            </a:r>
            <a:r>
              <a:rPr lang="en-US" sz="1800">
                <a:solidFill>
                  <a:srgbClr val="000000"/>
                </a:solidFill>
                <a:latin typeface="Arial"/>
                <a:ea typeface="Arial"/>
                <a:cs typeface="Arial"/>
                <a:sym typeface="Arial"/>
              </a:rPr>
              <a:t>, </a:t>
            </a:r>
            <a:r>
              <a:rPr lang="en-US" sz="1800" b="1">
                <a:solidFill>
                  <a:srgbClr val="000080"/>
                </a:solidFill>
                <a:latin typeface="Arial"/>
                <a:ea typeface="Arial"/>
                <a:cs typeface="Arial"/>
                <a:sym typeface="Arial"/>
              </a:rPr>
              <a:t>TRIM</a:t>
            </a:r>
            <a:r>
              <a:rPr lang="en-US" sz="1800">
                <a:solidFill>
                  <a:srgbClr val="000000"/>
                </a:solidFill>
                <a:latin typeface="Arial"/>
                <a:ea typeface="Arial"/>
                <a:cs typeface="Arial"/>
                <a:sym typeface="Arial"/>
              </a:rPr>
              <a:t>(</a:t>
            </a:r>
            <a:r>
              <a:rPr lang="en-US" sz="1800" b="1" i="1" u="sng">
                <a:solidFill>
                  <a:srgbClr val="FF3737"/>
                </a:solidFill>
                <a:latin typeface="Arial"/>
                <a:ea typeface="Arial"/>
                <a:cs typeface="Arial"/>
                <a:sym typeface="Arial"/>
              </a:rPr>
              <a:t>FirstName</a:t>
            </a:r>
            <a:r>
              <a:rPr lang="en-US" sz="1800">
                <a:solidFill>
                  <a:srgbClr val="000000"/>
                </a:solidFill>
                <a:latin typeface="Arial"/>
                <a:ea typeface="Arial"/>
                <a:cs typeface="Arial"/>
                <a:sym typeface="Arial"/>
              </a:rPr>
              <a:t>) </a:t>
            </a:r>
            <a:r>
              <a:rPr lang="en-US" sz="1800" b="1">
                <a:solidFill>
                  <a:srgbClr val="800000"/>
                </a:solidFill>
                <a:latin typeface="Arial"/>
                <a:ea typeface="Arial"/>
                <a:cs typeface="Arial"/>
                <a:sym typeface="Arial"/>
              </a:rPr>
              <a:t>AS</a:t>
            </a:r>
            <a:r>
              <a:rPr lang="en-US" sz="1800">
                <a:solidFill>
                  <a:srgbClr val="000000"/>
                </a:solidFill>
                <a:latin typeface="Arial"/>
                <a:ea typeface="Arial"/>
                <a:cs typeface="Arial"/>
                <a:sym typeface="Arial"/>
              </a:rPr>
              <a:t> </a:t>
            </a:r>
            <a:r>
              <a:rPr lang="en-US" sz="1800" i="1">
                <a:solidFill>
                  <a:srgbClr val="006464"/>
                </a:solidFill>
                <a:latin typeface="Arial"/>
                <a:ea typeface="Arial"/>
                <a:cs typeface="Arial"/>
                <a:sym typeface="Arial"/>
              </a:rPr>
              <a:t>CleanedFirstName</a:t>
            </a:r>
            <a:r>
              <a:rPr lang="en-US" sz="1800">
                <a:solidFill>
                  <a:srgbClr val="000000"/>
                </a:solidFill>
                <a:latin typeface="Arial"/>
                <a:ea typeface="Arial"/>
                <a:cs typeface="Arial"/>
                <a:sym typeface="Arial"/>
              </a:rPr>
              <a:t>, </a:t>
            </a:r>
            <a:endParaRPr/>
          </a:p>
          <a:p>
            <a:pPr marL="0" marR="0" lvl="0" indent="0" algn="l" rtl="0">
              <a:spcBef>
                <a:spcPts val="0"/>
              </a:spcBef>
              <a:spcAft>
                <a:spcPts val="0"/>
              </a:spcAft>
              <a:buNone/>
            </a:pPr>
            <a:r>
              <a:rPr lang="en-US" sz="1800" b="1">
                <a:solidFill>
                  <a:srgbClr val="000080"/>
                </a:solidFill>
                <a:latin typeface="Arial"/>
                <a:ea typeface="Arial"/>
                <a:cs typeface="Arial"/>
                <a:sym typeface="Arial"/>
              </a:rPr>
              <a:t>TRIM</a:t>
            </a:r>
            <a:r>
              <a:rPr lang="en-US" sz="1800">
                <a:solidFill>
                  <a:srgbClr val="000000"/>
                </a:solidFill>
                <a:latin typeface="Arial"/>
                <a:ea typeface="Arial"/>
                <a:cs typeface="Arial"/>
                <a:sym typeface="Arial"/>
              </a:rPr>
              <a:t>(</a:t>
            </a:r>
            <a:r>
              <a:rPr lang="en-US" sz="1800" b="1" i="1" u="sng">
                <a:solidFill>
                  <a:srgbClr val="FF3737"/>
                </a:solidFill>
                <a:latin typeface="Arial"/>
                <a:ea typeface="Arial"/>
                <a:cs typeface="Arial"/>
                <a:sym typeface="Arial"/>
              </a:rPr>
              <a:t>LastName</a:t>
            </a:r>
            <a:r>
              <a:rPr lang="en-US" sz="1800">
                <a:solidFill>
                  <a:srgbClr val="000000"/>
                </a:solidFill>
                <a:latin typeface="Arial"/>
                <a:ea typeface="Arial"/>
                <a:cs typeface="Arial"/>
                <a:sym typeface="Arial"/>
              </a:rPr>
              <a:t>) </a:t>
            </a:r>
            <a:r>
              <a:rPr lang="en-US" sz="1800" b="1">
                <a:solidFill>
                  <a:srgbClr val="800000"/>
                </a:solidFill>
                <a:latin typeface="Arial"/>
                <a:ea typeface="Arial"/>
                <a:cs typeface="Arial"/>
                <a:sym typeface="Arial"/>
              </a:rPr>
              <a:t>AS</a:t>
            </a:r>
            <a:r>
              <a:rPr lang="en-US" sz="1800">
                <a:solidFill>
                  <a:srgbClr val="000000"/>
                </a:solidFill>
                <a:latin typeface="Arial"/>
                <a:ea typeface="Arial"/>
                <a:cs typeface="Arial"/>
                <a:sym typeface="Arial"/>
              </a:rPr>
              <a:t> </a:t>
            </a:r>
            <a:r>
              <a:rPr lang="en-US" sz="1800" i="1">
                <a:solidFill>
                  <a:srgbClr val="006464"/>
                </a:solidFill>
                <a:latin typeface="Arial"/>
                <a:ea typeface="Arial"/>
                <a:cs typeface="Arial"/>
                <a:sym typeface="Arial"/>
              </a:rPr>
              <a:t>CleanedLastName</a:t>
            </a:r>
            <a:endParaRPr sz="1800">
              <a:solidFill>
                <a:srgbClr val="000000"/>
              </a:solidFill>
              <a:latin typeface="Arial"/>
              <a:ea typeface="Arial"/>
              <a:cs typeface="Arial"/>
              <a:sym typeface="Arial"/>
            </a:endParaRPr>
          </a:p>
          <a:p>
            <a:pPr marL="0" marR="0" lvl="0" indent="0" algn="l" rtl="0">
              <a:spcBef>
                <a:spcPts val="0"/>
              </a:spcBef>
              <a:spcAft>
                <a:spcPts val="0"/>
              </a:spcAft>
              <a:buNone/>
            </a:pPr>
            <a:r>
              <a:rPr lang="en-US" sz="1800" b="1">
                <a:solidFill>
                  <a:srgbClr val="800000"/>
                </a:solidFill>
                <a:latin typeface="Arial"/>
                <a:ea typeface="Arial"/>
                <a:cs typeface="Arial"/>
                <a:sym typeface="Arial"/>
              </a:rPr>
              <a:t>FROM</a:t>
            </a:r>
            <a:r>
              <a:rPr lang="en-US" sz="1800">
                <a:solidFill>
                  <a:srgbClr val="000000"/>
                </a:solidFill>
                <a:latin typeface="Arial"/>
                <a:ea typeface="Arial"/>
                <a:cs typeface="Arial"/>
                <a:sym typeface="Arial"/>
              </a:rPr>
              <a:t> </a:t>
            </a:r>
            <a:r>
              <a:rPr lang="en-US" sz="1800">
                <a:solidFill>
                  <a:srgbClr val="8E00C6"/>
                </a:solidFill>
                <a:latin typeface="Arial"/>
                <a:ea typeface="Arial"/>
                <a:cs typeface="Arial"/>
                <a:sym typeface="Arial"/>
              </a:rPr>
              <a:t>VIPCustomer</a:t>
            </a:r>
            <a:r>
              <a:rPr lang="en-US" sz="1800">
                <a:solidFill>
                  <a:srgbClr val="FF0000"/>
                </a:solidFill>
                <a:latin typeface="Arial"/>
                <a:ea typeface="Arial"/>
                <a:cs typeface="Arial"/>
                <a:sym typeface="Arial"/>
              </a:rPr>
              <a:t>;</a:t>
            </a:r>
            <a:endParaRPr sz="1800">
              <a:solidFill>
                <a:srgbClr val="000000"/>
              </a:solidFill>
              <a:latin typeface="Arial"/>
              <a:ea typeface="Arial"/>
              <a:cs typeface="Arial"/>
              <a:sym typeface="Arial"/>
            </a:endParaRPr>
          </a:p>
        </p:txBody>
      </p:sp>
      <p:sp>
        <p:nvSpPr>
          <p:cNvPr id="212" name="Google Shape;212;p15"/>
          <p:cNvSpPr txBox="1"/>
          <p:nvPr/>
        </p:nvSpPr>
        <p:spPr>
          <a:xfrm>
            <a:off x="575894" y="5576114"/>
            <a:ext cx="5426705" cy="64633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E0E0E"/>
                </a:solidFill>
                <a:latin typeface="Arial"/>
                <a:ea typeface="Arial"/>
                <a:cs typeface="Arial"/>
                <a:sym typeface="Arial"/>
              </a:rPr>
              <a:t>Explanation</a:t>
            </a:r>
            <a:r>
              <a:rPr lang="en-US" sz="1800">
                <a:solidFill>
                  <a:srgbClr val="0E0E0E"/>
                </a:solidFill>
                <a:latin typeface="Arial"/>
                <a:ea typeface="Arial"/>
                <a:cs typeface="Arial"/>
                <a:sym typeface="Arial"/>
              </a:rPr>
              <a:t>: This query removes any extra spaces at the beginning or end of the FirstName and LastName fields.</a:t>
            </a:r>
            <a:endParaRPr/>
          </a:p>
        </p:txBody>
      </p:sp>
      <p:sp>
        <p:nvSpPr>
          <p:cNvPr id="213" name="Google Shape;213;p15"/>
          <p:cNvSpPr txBox="1"/>
          <p:nvPr/>
        </p:nvSpPr>
        <p:spPr>
          <a:xfrm>
            <a:off x="6090702" y="1800341"/>
            <a:ext cx="5796498" cy="20621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rgbClr val="0E0E0E"/>
                </a:solidFill>
                <a:latin typeface="Arial"/>
                <a:ea typeface="Arial"/>
                <a:cs typeface="Arial"/>
                <a:sym typeface="Arial"/>
              </a:rPr>
              <a:t>SUBSTRING(): Extracting Part of a String</a:t>
            </a:r>
            <a:endParaRPr sz="2000">
              <a:solidFill>
                <a:srgbClr val="0E0E0E"/>
              </a:solidFill>
              <a:latin typeface="Arial"/>
              <a:ea typeface="Arial"/>
              <a:cs typeface="Arial"/>
              <a:sym typeface="Arial"/>
            </a:endParaRPr>
          </a:p>
          <a:p>
            <a:pPr marL="0" marR="0" lvl="0" indent="0" algn="l" rtl="0">
              <a:spcBef>
                <a:spcPts val="0"/>
              </a:spcBef>
              <a:spcAft>
                <a:spcPts val="0"/>
              </a:spcAft>
              <a:buNone/>
            </a:pPr>
            <a:endParaRPr sz="1800">
              <a:solidFill>
                <a:srgbClr val="0E0E0E"/>
              </a:solidFill>
              <a:latin typeface="Arial"/>
              <a:ea typeface="Arial"/>
              <a:cs typeface="Arial"/>
              <a:sym typeface="Arial"/>
            </a:endParaRPr>
          </a:p>
          <a:p>
            <a:pPr marL="0" marR="0" lvl="0" indent="0" algn="l" rtl="0">
              <a:spcBef>
                <a:spcPts val="0"/>
              </a:spcBef>
              <a:spcAft>
                <a:spcPts val="0"/>
              </a:spcAft>
              <a:buNone/>
            </a:pPr>
            <a:r>
              <a:rPr lang="en-US" sz="1800">
                <a:solidFill>
                  <a:srgbClr val="0E0E0E"/>
                </a:solidFill>
                <a:latin typeface="Arial"/>
                <a:ea typeface="Arial"/>
                <a:cs typeface="Arial"/>
                <a:sym typeface="Arial"/>
              </a:rPr>
              <a:t>The SUBSTRING() function extracts a portion of a string, starting from a given position and extracting a specified number of characters.</a:t>
            </a:r>
            <a:endParaRPr/>
          </a:p>
          <a:p>
            <a:pPr marL="0" marR="0" lvl="0" indent="0" algn="l" rtl="0">
              <a:spcBef>
                <a:spcPts val="0"/>
              </a:spcBef>
              <a:spcAft>
                <a:spcPts val="0"/>
              </a:spcAft>
              <a:buNone/>
            </a:pPr>
            <a:endParaRPr sz="1800">
              <a:solidFill>
                <a:srgbClr val="0E0E0E"/>
              </a:solidFill>
              <a:latin typeface="Arial"/>
              <a:ea typeface="Arial"/>
              <a:cs typeface="Arial"/>
              <a:sym typeface="Arial"/>
            </a:endParaRPr>
          </a:p>
          <a:p>
            <a:pPr marL="0" marR="0" lvl="0" indent="0" algn="l" rtl="0">
              <a:spcBef>
                <a:spcPts val="0"/>
              </a:spcBef>
              <a:spcAft>
                <a:spcPts val="0"/>
              </a:spcAft>
              <a:buNone/>
            </a:pPr>
            <a:r>
              <a:rPr lang="en-US" sz="1800" b="1">
                <a:solidFill>
                  <a:srgbClr val="0E0E0E"/>
                </a:solidFill>
                <a:latin typeface="Arial"/>
                <a:ea typeface="Arial"/>
                <a:cs typeface="Arial"/>
                <a:sym typeface="Arial"/>
              </a:rPr>
              <a:t>Example: Extracting the first 3 characters of the first name</a:t>
            </a:r>
            <a:endParaRPr sz="1800">
              <a:solidFill>
                <a:srgbClr val="0E0E0E"/>
              </a:solidFill>
              <a:latin typeface="Arial"/>
              <a:ea typeface="Arial"/>
              <a:cs typeface="Arial"/>
              <a:sym typeface="Arial"/>
            </a:endParaRPr>
          </a:p>
        </p:txBody>
      </p:sp>
      <p:sp>
        <p:nvSpPr>
          <p:cNvPr id="214" name="Google Shape;214;p15"/>
          <p:cNvSpPr txBox="1"/>
          <p:nvPr/>
        </p:nvSpPr>
        <p:spPr>
          <a:xfrm>
            <a:off x="6189403" y="4102961"/>
            <a:ext cx="5697797" cy="923330"/>
          </a:xfrm>
          <a:prstGeom prst="rect">
            <a:avLst/>
          </a:prstGeom>
          <a:solidFill>
            <a:srgbClr val="F2F2F2"/>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800000"/>
                </a:solidFill>
                <a:latin typeface="Arial"/>
                <a:ea typeface="Arial"/>
                <a:cs typeface="Arial"/>
                <a:sym typeface="Arial"/>
              </a:rPr>
              <a:t>SELECT</a:t>
            </a:r>
            <a:r>
              <a:rPr lang="en-US" sz="1800">
                <a:solidFill>
                  <a:srgbClr val="000000"/>
                </a:solidFill>
                <a:latin typeface="Arial"/>
                <a:ea typeface="Arial"/>
                <a:cs typeface="Arial"/>
                <a:sym typeface="Arial"/>
              </a:rPr>
              <a:t> </a:t>
            </a:r>
            <a:r>
              <a:rPr lang="en-US" sz="1800">
                <a:solidFill>
                  <a:srgbClr val="006464"/>
                </a:solidFill>
                <a:latin typeface="Arial"/>
                <a:ea typeface="Arial"/>
                <a:cs typeface="Arial"/>
                <a:sym typeface="Arial"/>
              </a:rPr>
              <a:t>CustomerID</a:t>
            </a:r>
            <a:r>
              <a:rPr lang="en-US" sz="1800">
                <a:solidFill>
                  <a:srgbClr val="000000"/>
                </a:solidFill>
                <a:latin typeface="Arial"/>
                <a:ea typeface="Arial"/>
                <a:cs typeface="Arial"/>
                <a:sym typeface="Arial"/>
              </a:rPr>
              <a:t>, </a:t>
            </a:r>
            <a:r>
              <a:rPr lang="en-US" sz="1800" b="1">
                <a:solidFill>
                  <a:srgbClr val="000080"/>
                </a:solidFill>
                <a:latin typeface="Arial"/>
                <a:ea typeface="Arial"/>
                <a:cs typeface="Arial"/>
                <a:sym typeface="Arial"/>
              </a:rPr>
              <a:t>SUBSTRING</a:t>
            </a:r>
            <a:r>
              <a:rPr lang="en-US" sz="1800">
                <a:solidFill>
                  <a:srgbClr val="000000"/>
                </a:solidFill>
                <a:latin typeface="Arial"/>
                <a:ea typeface="Arial"/>
                <a:cs typeface="Arial"/>
                <a:sym typeface="Arial"/>
              </a:rPr>
              <a:t>(</a:t>
            </a:r>
            <a:r>
              <a:rPr lang="en-US" sz="1800" b="1" i="1" u="sng">
                <a:solidFill>
                  <a:srgbClr val="FF3737"/>
                </a:solidFill>
                <a:latin typeface="Arial"/>
                <a:ea typeface="Arial"/>
                <a:cs typeface="Arial"/>
                <a:sym typeface="Arial"/>
              </a:rPr>
              <a:t>FirstName</a:t>
            </a:r>
            <a:r>
              <a:rPr lang="en-US" sz="1800">
                <a:solidFill>
                  <a:srgbClr val="000000"/>
                </a:solidFill>
                <a:latin typeface="Arial"/>
                <a:ea typeface="Arial"/>
                <a:cs typeface="Arial"/>
                <a:sym typeface="Arial"/>
              </a:rPr>
              <a:t>, </a:t>
            </a:r>
            <a:r>
              <a:rPr lang="en-US" sz="1800">
                <a:solidFill>
                  <a:srgbClr val="0000FF"/>
                </a:solidFill>
                <a:latin typeface="Arial"/>
                <a:ea typeface="Arial"/>
                <a:cs typeface="Arial"/>
                <a:sym typeface="Arial"/>
              </a:rPr>
              <a:t>1</a:t>
            </a:r>
            <a:r>
              <a:rPr lang="en-US" sz="1800">
                <a:solidFill>
                  <a:srgbClr val="000000"/>
                </a:solidFill>
                <a:latin typeface="Arial"/>
                <a:ea typeface="Arial"/>
                <a:cs typeface="Arial"/>
                <a:sym typeface="Arial"/>
              </a:rPr>
              <a:t>, </a:t>
            </a:r>
            <a:r>
              <a:rPr lang="en-US" sz="1800">
                <a:solidFill>
                  <a:srgbClr val="0000FF"/>
                </a:solidFill>
                <a:latin typeface="Arial"/>
                <a:ea typeface="Arial"/>
                <a:cs typeface="Arial"/>
                <a:sym typeface="Arial"/>
              </a:rPr>
              <a:t>3</a:t>
            </a:r>
            <a:r>
              <a:rPr lang="en-US" sz="1800">
                <a:solidFill>
                  <a:srgbClr val="000000"/>
                </a:solidFill>
                <a:latin typeface="Arial"/>
                <a:ea typeface="Arial"/>
                <a:cs typeface="Arial"/>
                <a:sym typeface="Arial"/>
              </a:rPr>
              <a:t>) </a:t>
            </a:r>
            <a:r>
              <a:rPr lang="en-US" sz="1800" b="1">
                <a:solidFill>
                  <a:srgbClr val="800000"/>
                </a:solidFill>
                <a:latin typeface="Arial"/>
                <a:ea typeface="Arial"/>
                <a:cs typeface="Arial"/>
                <a:sym typeface="Arial"/>
              </a:rPr>
              <a:t>AS</a:t>
            </a:r>
            <a:r>
              <a:rPr lang="en-US" sz="1800">
                <a:solidFill>
                  <a:srgbClr val="000000"/>
                </a:solidFill>
                <a:latin typeface="Arial"/>
                <a:ea typeface="Arial"/>
                <a:cs typeface="Arial"/>
                <a:sym typeface="Arial"/>
              </a:rPr>
              <a:t> </a:t>
            </a:r>
            <a:r>
              <a:rPr lang="en-US" sz="1800" i="1">
                <a:solidFill>
                  <a:srgbClr val="006464"/>
                </a:solidFill>
                <a:latin typeface="Arial"/>
                <a:ea typeface="Arial"/>
                <a:cs typeface="Arial"/>
                <a:sym typeface="Arial"/>
              </a:rPr>
              <a:t>NamePrefix</a:t>
            </a:r>
            <a:endParaRPr sz="1800">
              <a:solidFill>
                <a:srgbClr val="000000"/>
              </a:solidFill>
              <a:latin typeface="Arial"/>
              <a:ea typeface="Arial"/>
              <a:cs typeface="Arial"/>
              <a:sym typeface="Arial"/>
            </a:endParaRPr>
          </a:p>
          <a:p>
            <a:pPr marL="0" marR="0" lvl="0" indent="0" algn="l" rtl="0">
              <a:spcBef>
                <a:spcPts val="0"/>
              </a:spcBef>
              <a:spcAft>
                <a:spcPts val="0"/>
              </a:spcAft>
              <a:buNone/>
            </a:pPr>
            <a:r>
              <a:rPr lang="en-US" sz="1800" b="1">
                <a:solidFill>
                  <a:srgbClr val="800000"/>
                </a:solidFill>
                <a:latin typeface="Arial"/>
                <a:ea typeface="Arial"/>
                <a:cs typeface="Arial"/>
                <a:sym typeface="Arial"/>
              </a:rPr>
              <a:t>FROM</a:t>
            </a:r>
            <a:r>
              <a:rPr lang="en-US" sz="1800">
                <a:solidFill>
                  <a:srgbClr val="000000"/>
                </a:solidFill>
                <a:latin typeface="Arial"/>
                <a:ea typeface="Arial"/>
                <a:cs typeface="Arial"/>
                <a:sym typeface="Arial"/>
              </a:rPr>
              <a:t> </a:t>
            </a:r>
            <a:r>
              <a:rPr lang="en-US" sz="1800">
                <a:solidFill>
                  <a:srgbClr val="8E00C6"/>
                </a:solidFill>
                <a:latin typeface="Arial"/>
                <a:ea typeface="Arial"/>
                <a:cs typeface="Arial"/>
                <a:sym typeface="Arial"/>
              </a:rPr>
              <a:t>VIPCustomer</a:t>
            </a:r>
            <a:r>
              <a:rPr lang="en-US" sz="1800">
                <a:solidFill>
                  <a:srgbClr val="FF0000"/>
                </a:solidFill>
                <a:latin typeface="Arial"/>
                <a:ea typeface="Arial"/>
                <a:cs typeface="Arial"/>
                <a:sym typeface="Arial"/>
              </a:rPr>
              <a:t>;</a:t>
            </a:r>
            <a:endParaRPr sz="1800">
              <a:solidFill>
                <a:srgbClr val="000000"/>
              </a:solidFill>
              <a:latin typeface="Arial"/>
              <a:ea typeface="Arial"/>
              <a:cs typeface="Arial"/>
              <a:sym typeface="Arial"/>
            </a:endParaRPr>
          </a:p>
        </p:txBody>
      </p:sp>
      <p:sp>
        <p:nvSpPr>
          <p:cNvPr id="215" name="Google Shape;215;p15"/>
          <p:cNvSpPr txBox="1"/>
          <p:nvPr/>
        </p:nvSpPr>
        <p:spPr>
          <a:xfrm>
            <a:off x="6189403" y="5503493"/>
            <a:ext cx="5796498" cy="923330"/>
          </a:xfrm>
          <a:prstGeom prst="rect">
            <a:avLst/>
          </a:prstGeom>
          <a:solidFill>
            <a:schemeClr val="lt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E0E0E"/>
                </a:solidFill>
                <a:latin typeface="Arial"/>
                <a:ea typeface="Arial"/>
                <a:cs typeface="Arial"/>
                <a:sym typeface="Arial"/>
              </a:rPr>
              <a:t>Explanation</a:t>
            </a:r>
            <a:r>
              <a:rPr lang="en-US" sz="1800">
                <a:solidFill>
                  <a:srgbClr val="0E0E0E"/>
                </a:solidFill>
                <a:latin typeface="Arial"/>
                <a:ea typeface="Arial"/>
                <a:cs typeface="Arial"/>
                <a:sym typeface="Arial"/>
              </a:rPr>
              <a:t>: This query extracts the first 3 characters from the FirstName of each customer, which can be useful for generating a prefix or performing partial matches.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16"/>
          <p:cNvSpPr txBox="1">
            <a:spLocks noGrp="1"/>
          </p:cNvSpPr>
          <p:nvPr>
            <p:ph type="title"/>
          </p:nvPr>
        </p:nvSpPr>
        <p:spPr>
          <a:xfrm>
            <a:off x="575894" y="729658"/>
            <a:ext cx="11029616" cy="612445"/>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rgbClr val="3F3F3F"/>
              </a:buClr>
              <a:buSzPts val="2800"/>
              <a:buFont typeface="Franklin Gothic"/>
              <a:buNone/>
            </a:pPr>
            <a:r>
              <a:rPr lang="en-US"/>
              <a:t>COMBINING STRING FUNCTIONS</a:t>
            </a:r>
            <a:endParaRPr/>
          </a:p>
        </p:txBody>
      </p:sp>
      <p:sp>
        <p:nvSpPr>
          <p:cNvPr id="221" name="Google Shape;221;p16"/>
          <p:cNvSpPr txBox="1">
            <a:spLocks noGrp="1"/>
          </p:cNvSpPr>
          <p:nvPr>
            <p:ph type="sldNum" idx="12"/>
          </p:nvPr>
        </p:nvSpPr>
        <p:spPr>
          <a:xfrm>
            <a:off x="10558300" y="6423914"/>
            <a:ext cx="105251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a:t>
            </a:fld>
            <a:endParaRPr/>
          </a:p>
        </p:txBody>
      </p:sp>
      <p:sp>
        <p:nvSpPr>
          <p:cNvPr id="222" name="Google Shape;222;p16"/>
          <p:cNvSpPr txBox="1"/>
          <p:nvPr/>
        </p:nvSpPr>
        <p:spPr>
          <a:xfrm>
            <a:off x="615750" y="1800341"/>
            <a:ext cx="5386849" cy="16312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a:solidFill>
                  <a:srgbClr val="0E0E0E"/>
                </a:solidFill>
                <a:latin typeface="Arial"/>
                <a:ea typeface="Arial"/>
                <a:cs typeface="Arial"/>
                <a:sym typeface="Arial"/>
              </a:rPr>
              <a:t>You can also combine these functions for more complex string manipulations.</a:t>
            </a:r>
            <a:endParaRPr/>
          </a:p>
          <a:p>
            <a:pPr marL="0" marR="0" lvl="0" indent="0" algn="l" rtl="0">
              <a:spcBef>
                <a:spcPts val="0"/>
              </a:spcBef>
              <a:spcAft>
                <a:spcPts val="0"/>
              </a:spcAft>
              <a:buNone/>
            </a:pPr>
            <a:endParaRPr sz="2000">
              <a:solidFill>
                <a:srgbClr val="0E0E0E"/>
              </a:solidFill>
              <a:latin typeface="Arial"/>
              <a:ea typeface="Arial"/>
              <a:cs typeface="Arial"/>
              <a:sym typeface="Arial"/>
            </a:endParaRPr>
          </a:p>
          <a:p>
            <a:pPr marL="0" marR="0" lvl="0" indent="0" algn="l" rtl="0">
              <a:spcBef>
                <a:spcPts val="0"/>
              </a:spcBef>
              <a:spcAft>
                <a:spcPts val="0"/>
              </a:spcAft>
              <a:buNone/>
            </a:pPr>
            <a:r>
              <a:rPr lang="en-US" sz="2000" b="1">
                <a:solidFill>
                  <a:srgbClr val="0E0E0E"/>
                </a:solidFill>
                <a:latin typeface="Arial"/>
                <a:ea typeface="Arial"/>
                <a:cs typeface="Arial"/>
                <a:sym typeface="Arial"/>
              </a:rPr>
              <a:t>Example: Concatenating a cleaned full name and lowercased email address</a:t>
            </a:r>
            <a:endParaRPr sz="2000">
              <a:solidFill>
                <a:srgbClr val="0E0E0E"/>
              </a:solidFill>
              <a:latin typeface="Arial"/>
              <a:ea typeface="Arial"/>
              <a:cs typeface="Arial"/>
              <a:sym typeface="Arial"/>
            </a:endParaRPr>
          </a:p>
        </p:txBody>
      </p:sp>
      <p:sp>
        <p:nvSpPr>
          <p:cNvPr id="223" name="Google Shape;223;p16"/>
          <p:cNvSpPr txBox="1"/>
          <p:nvPr/>
        </p:nvSpPr>
        <p:spPr>
          <a:xfrm>
            <a:off x="727501" y="3669494"/>
            <a:ext cx="9124422" cy="1200329"/>
          </a:xfrm>
          <a:prstGeom prst="rect">
            <a:avLst/>
          </a:prstGeom>
          <a:solidFill>
            <a:srgbClr val="F2F2F2"/>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800000"/>
                </a:solidFill>
                <a:latin typeface="Arial"/>
                <a:ea typeface="Arial"/>
                <a:cs typeface="Arial"/>
                <a:sym typeface="Arial"/>
              </a:rPr>
              <a:t>SELECT</a:t>
            </a:r>
            <a:r>
              <a:rPr lang="en-US" sz="1800">
                <a:solidFill>
                  <a:srgbClr val="000000"/>
                </a:solidFill>
                <a:latin typeface="Arial"/>
                <a:ea typeface="Arial"/>
                <a:cs typeface="Arial"/>
                <a:sym typeface="Arial"/>
              </a:rPr>
              <a:t> </a:t>
            </a:r>
            <a:r>
              <a:rPr lang="en-US" sz="1800">
                <a:solidFill>
                  <a:srgbClr val="006464"/>
                </a:solidFill>
                <a:latin typeface="Arial"/>
                <a:ea typeface="Arial"/>
                <a:cs typeface="Arial"/>
                <a:sym typeface="Arial"/>
              </a:rPr>
              <a:t>CustomerID</a:t>
            </a:r>
            <a:r>
              <a:rPr lang="en-US" sz="1800">
                <a:solidFill>
                  <a:srgbClr val="000000"/>
                </a:solidFill>
                <a:latin typeface="Arial"/>
                <a:ea typeface="Arial"/>
                <a:cs typeface="Arial"/>
                <a:sym typeface="Arial"/>
              </a:rPr>
              <a:t>, CONCAT(</a:t>
            </a:r>
            <a:r>
              <a:rPr lang="en-US" sz="1800" b="1">
                <a:solidFill>
                  <a:srgbClr val="000080"/>
                </a:solidFill>
                <a:latin typeface="Arial"/>
                <a:ea typeface="Arial"/>
                <a:cs typeface="Arial"/>
                <a:sym typeface="Arial"/>
              </a:rPr>
              <a:t>TRIM</a:t>
            </a:r>
            <a:r>
              <a:rPr lang="en-US" sz="1800">
                <a:solidFill>
                  <a:srgbClr val="000000"/>
                </a:solidFill>
                <a:latin typeface="Arial"/>
                <a:ea typeface="Arial"/>
                <a:cs typeface="Arial"/>
                <a:sym typeface="Arial"/>
              </a:rPr>
              <a:t>(</a:t>
            </a:r>
            <a:r>
              <a:rPr lang="en-US" sz="1800" b="1" i="1" u="sng">
                <a:solidFill>
                  <a:srgbClr val="FF3737"/>
                </a:solidFill>
                <a:latin typeface="Arial"/>
                <a:ea typeface="Arial"/>
                <a:cs typeface="Arial"/>
                <a:sym typeface="Arial"/>
              </a:rPr>
              <a:t>FirstName</a:t>
            </a:r>
            <a:r>
              <a:rPr lang="en-US" sz="1800">
                <a:solidFill>
                  <a:srgbClr val="000000"/>
                </a:solidFill>
                <a:latin typeface="Arial"/>
                <a:ea typeface="Arial"/>
                <a:cs typeface="Arial"/>
                <a:sym typeface="Arial"/>
              </a:rPr>
              <a:t>), </a:t>
            </a:r>
            <a:r>
              <a:rPr lang="en-US" sz="1800" b="1">
                <a:solidFill>
                  <a:srgbClr val="008000"/>
                </a:solidFill>
                <a:latin typeface="Arial"/>
                <a:ea typeface="Arial"/>
                <a:cs typeface="Arial"/>
                <a:sym typeface="Arial"/>
              </a:rPr>
              <a:t>' '</a:t>
            </a:r>
            <a:r>
              <a:rPr lang="en-US" sz="1800">
                <a:solidFill>
                  <a:srgbClr val="000000"/>
                </a:solidFill>
                <a:latin typeface="Arial"/>
                <a:ea typeface="Arial"/>
                <a:cs typeface="Arial"/>
                <a:sym typeface="Arial"/>
              </a:rPr>
              <a:t>, </a:t>
            </a:r>
            <a:r>
              <a:rPr lang="en-US" sz="1800" b="1">
                <a:solidFill>
                  <a:srgbClr val="000080"/>
                </a:solidFill>
                <a:latin typeface="Arial"/>
                <a:ea typeface="Arial"/>
                <a:cs typeface="Arial"/>
                <a:sym typeface="Arial"/>
              </a:rPr>
              <a:t>TRIM</a:t>
            </a:r>
            <a:r>
              <a:rPr lang="en-US" sz="1800">
                <a:solidFill>
                  <a:srgbClr val="000000"/>
                </a:solidFill>
                <a:latin typeface="Arial"/>
                <a:ea typeface="Arial"/>
                <a:cs typeface="Arial"/>
                <a:sym typeface="Arial"/>
              </a:rPr>
              <a:t>(</a:t>
            </a:r>
            <a:r>
              <a:rPr lang="en-US" sz="1800" b="1" i="1" u="sng">
                <a:solidFill>
                  <a:srgbClr val="FF3737"/>
                </a:solidFill>
                <a:latin typeface="Arial"/>
                <a:ea typeface="Arial"/>
                <a:cs typeface="Arial"/>
                <a:sym typeface="Arial"/>
              </a:rPr>
              <a:t>LastName</a:t>
            </a:r>
            <a:r>
              <a:rPr lang="en-US" sz="1800">
                <a:solidFill>
                  <a:srgbClr val="000000"/>
                </a:solidFill>
                <a:latin typeface="Arial"/>
                <a:ea typeface="Arial"/>
                <a:cs typeface="Arial"/>
                <a:sym typeface="Arial"/>
              </a:rPr>
              <a:t>)) </a:t>
            </a:r>
            <a:r>
              <a:rPr lang="en-US" sz="1800" b="1">
                <a:solidFill>
                  <a:srgbClr val="800000"/>
                </a:solidFill>
                <a:latin typeface="Arial"/>
                <a:ea typeface="Arial"/>
                <a:cs typeface="Arial"/>
                <a:sym typeface="Arial"/>
              </a:rPr>
              <a:t>AS</a:t>
            </a:r>
            <a:r>
              <a:rPr lang="en-US" sz="1800">
                <a:solidFill>
                  <a:srgbClr val="000000"/>
                </a:solidFill>
                <a:latin typeface="Arial"/>
                <a:ea typeface="Arial"/>
                <a:cs typeface="Arial"/>
                <a:sym typeface="Arial"/>
              </a:rPr>
              <a:t> </a:t>
            </a:r>
            <a:r>
              <a:rPr lang="en-US" sz="1800" i="1">
                <a:solidFill>
                  <a:srgbClr val="006464"/>
                </a:solidFill>
                <a:latin typeface="Arial"/>
                <a:ea typeface="Arial"/>
                <a:cs typeface="Arial"/>
                <a:sym typeface="Arial"/>
              </a:rPr>
              <a:t>FullName</a:t>
            </a:r>
            <a:r>
              <a:rPr lang="en-US" sz="1800">
                <a:solidFill>
                  <a:srgbClr val="000000"/>
                </a:solidFill>
                <a:latin typeface="Arial"/>
                <a:ea typeface="Arial"/>
                <a:cs typeface="Arial"/>
                <a:sym typeface="Arial"/>
              </a:rPr>
              <a:t>, </a:t>
            </a:r>
            <a:endParaRPr/>
          </a:p>
          <a:p>
            <a:pPr marL="0" marR="0" lvl="0" indent="0" algn="l" rtl="0">
              <a:spcBef>
                <a:spcPts val="0"/>
              </a:spcBef>
              <a:spcAft>
                <a:spcPts val="0"/>
              </a:spcAft>
              <a:buNone/>
            </a:pPr>
            <a:r>
              <a:rPr lang="en-US" sz="1800" b="1">
                <a:solidFill>
                  <a:srgbClr val="000080"/>
                </a:solidFill>
                <a:latin typeface="Arial"/>
                <a:ea typeface="Arial"/>
                <a:cs typeface="Arial"/>
                <a:sym typeface="Arial"/>
              </a:rPr>
              <a:t>LOWER</a:t>
            </a:r>
            <a:r>
              <a:rPr lang="en-US" sz="1800">
                <a:solidFill>
                  <a:srgbClr val="000000"/>
                </a:solidFill>
                <a:latin typeface="Arial"/>
                <a:ea typeface="Arial"/>
                <a:cs typeface="Arial"/>
                <a:sym typeface="Arial"/>
              </a:rPr>
              <a:t>(</a:t>
            </a:r>
            <a:r>
              <a:rPr lang="en-US" sz="1800" b="1" i="1" u="sng">
                <a:solidFill>
                  <a:srgbClr val="FF3737"/>
                </a:solidFill>
                <a:latin typeface="Arial"/>
                <a:ea typeface="Arial"/>
                <a:cs typeface="Arial"/>
                <a:sym typeface="Arial"/>
              </a:rPr>
              <a:t>Email</a:t>
            </a:r>
            <a:r>
              <a:rPr lang="en-US" sz="1800">
                <a:solidFill>
                  <a:srgbClr val="000000"/>
                </a:solidFill>
                <a:latin typeface="Arial"/>
                <a:ea typeface="Arial"/>
                <a:cs typeface="Arial"/>
                <a:sym typeface="Arial"/>
              </a:rPr>
              <a:t>) </a:t>
            </a:r>
            <a:r>
              <a:rPr lang="en-US" sz="1800" b="1">
                <a:solidFill>
                  <a:srgbClr val="800000"/>
                </a:solidFill>
                <a:latin typeface="Arial"/>
                <a:ea typeface="Arial"/>
                <a:cs typeface="Arial"/>
                <a:sym typeface="Arial"/>
              </a:rPr>
              <a:t>AS</a:t>
            </a:r>
            <a:r>
              <a:rPr lang="en-US" sz="1800">
                <a:solidFill>
                  <a:srgbClr val="000000"/>
                </a:solidFill>
                <a:latin typeface="Arial"/>
                <a:ea typeface="Arial"/>
                <a:cs typeface="Arial"/>
                <a:sym typeface="Arial"/>
              </a:rPr>
              <a:t> </a:t>
            </a:r>
            <a:r>
              <a:rPr lang="en-US" sz="1800" i="1">
                <a:solidFill>
                  <a:srgbClr val="006464"/>
                </a:solidFill>
                <a:latin typeface="Arial"/>
                <a:ea typeface="Arial"/>
                <a:cs typeface="Arial"/>
                <a:sym typeface="Arial"/>
              </a:rPr>
              <a:t>LowercaseEmail</a:t>
            </a:r>
            <a:endParaRPr sz="1800">
              <a:solidFill>
                <a:srgbClr val="000000"/>
              </a:solidFill>
              <a:latin typeface="Arial"/>
              <a:ea typeface="Arial"/>
              <a:cs typeface="Arial"/>
              <a:sym typeface="Arial"/>
            </a:endParaRPr>
          </a:p>
          <a:p>
            <a:pPr marL="0" marR="0" lvl="0" indent="0" algn="l" rtl="0">
              <a:spcBef>
                <a:spcPts val="0"/>
              </a:spcBef>
              <a:spcAft>
                <a:spcPts val="0"/>
              </a:spcAft>
              <a:buNone/>
            </a:pPr>
            <a:r>
              <a:rPr lang="en-US" sz="1800" b="1">
                <a:solidFill>
                  <a:srgbClr val="800000"/>
                </a:solidFill>
                <a:latin typeface="Arial"/>
                <a:ea typeface="Arial"/>
                <a:cs typeface="Arial"/>
                <a:sym typeface="Arial"/>
              </a:rPr>
              <a:t>FROM</a:t>
            </a:r>
            <a:r>
              <a:rPr lang="en-US" sz="1800">
                <a:solidFill>
                  <a:srgbClr val="000000"/>
                </a:solidFill>
                <a:latin typeface="Arial"/>
                <a:ea typeface="Arial"/>
                <a:cs typeface="Arial"/>
                <a:sym typeface="Arial"/>
              </a:rPr>
              <a:t> </a:t>
            </a:r>
            <a:r>
              <a:rPr lang="en-US" sz="1800">
                <a:solidFill>
                  <a:srgbClr val="8E00C6"/>
                </a:solidFill>
                <a:latin typeface="Arial"/>
                <a:ea typeface="Arial"/>
                <a:cs typeface="Arial"/>
                <a:sym typeface="Arial"/>
              </a:rPr>
              <a:t>VIPCustomer</a:t>
            </a:r>
            <a:r>
              <a:rPr lang="en-US" sz="1800">
                <a:solidFill>
                  <a:srgbClr val="FF0000"/>
                </a:solidFill>
                <a:latin typeface="Arial"/>
                <a:ea typeface="Arial"/>
                <a:cs typeface="Arial"/>
                <a:sym typeface="Arial"/>
              </a:rPr>
              <a:t>;</a:t>
            </a:r>
            <a:endParaRPr sz="1800">
              <a:solidFill>
                <a:srgbClr val="000000"/>
              </a:solidFill>
              <a:latin typeface="Arial"/>
              <a:ea typeface="Arial"/>
              <a:cs typeface="Arial"/>
              <a:sym typeface="Arial"/>
            </a:endParaRPr>
          </a:p>
        </p:txBody>
      </p:sp>
      <p:sp>
        <p:nvSpPr>
          <p:cNvPr id="224" name="Google Shape;224;p16"/>
          <p:cNvSpPr txBox="1"/>
          <p:nvPr/>
        </p:nvSpPr>
        <p:spPr>
          <a:xfrm>
            <a:off x="615749" y="5107760"/>
            <a:ext cx="9236173" cy="64633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E0E0E"/>
                </a:solidFill>
                <a:latin typeface="Arial"/>
                <a:ea typeface="Arial"/>
                <a:cs typeface="Arial"/>
                <a:sym typeface="Arial"/>
              </a:rPr>
              <a:t>Explanation</a:t>
            </a:r>
            <a:r>
              <a:rPr lang="en-US" sz="1800">
                <a:solidFill>
                  <a:srgbClr val="0E0E0E"/>
                </a:solidFill>
                <a:latin typeface="Arial"/>
                <a:ea typeface="Arial"/>
                <a:cs typeface="Arial"/>
                <a:sym typeface="Arial"/>
              </a:rPr>
              <a:t>: This query trims any extra spaces from FirstName and LastName, concatenates them into a full name, and converts the Email to lowercase.</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229" name="Google Shape;229;p17"/>
          <p:cNvSpPr txBox="1">
            <a:spLocks noGrp="1"/>
          </p:cNvSpPr>
          <p:nvPr>
            <p:ph type="title"/>
          </p:nvPr>
        </p:nvSpPr>
        <p:spPr>
          <a:xfrm>
            <a:off x="575894" y="729658"/>
            <a:ext cx="11029616" cy="558229"/>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rgbClr val="3F3F3F"/>
              </a:buClr>
              <a:buSzPts val="2800"/>
              <a:buFont typeface="Franklin Gothic"/>
              <a:buNone/>
            </a:pPr>
            <a:r>
              <a:rPr lang="en-US"/>
              <a:t>LIKE</a:t>
            </a:r>
            <a:endParaRPr/>
          </a:p>
        </p:txBody>
      </p:sp>
      <p:sp>
        <p:nvSpPr>
          <p:cNvPr id="230" name="Google Shape;230;p17"/>
          <p:cNvSpPr txBox="1">
            <a:spLocks noGrp="1"/>
          </p:cNvSpPr>
          <p:nvPr>
            <p:ph type="sldNum" idx="12"/>
          </p:nvPr>
        </p:nvSpPr>
        <p:spPr>
          <a:xfrm>
            <a:off x="10558300" y="6423914"/>
            <a:ext cx="105251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a:t>
            </a:fld>
            <a:endParaRPr/>
          </a:p>
        </p:txBody>
      </p:sp>
      <p:sp>
        <p:nvSpPr>
          <p:cNvPr id="231" name="Google Shape;231;p17"/>
          <p:cNvSpPr txBox="1"/>
          <p:nvPr/>
        </p:nvSpPr>
        <p:spPr>
          <a:xfrm>
            <a:off x="575894" y="1450435"/>
            <a:ext cx="5013537" cy="313932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rgbClr val="0E0E0E"/>
                </a:solidFill>
                <a:latin typeface="Arial"/>
                <a:ea typeface="Arial"/>
                <a:cs typeface="Arial"/>
                <a:sym typeface="Arial"/>
              </a:rPr>
              <a:t>The SQL LIKE clause is used in a WHERE statement to search for a specified pattern in a column. It’s commonly used with string data types to find rows where a column matches a particular pattern. Wildcards are often used with LIKE to specify patterns:</a:t>
            </a:r>
            <a:endParaRPr/>
          </a:p>
          <a:p>
            <a:pPr marL="0" marR="0" lvl="0" indent="0" algn="l" rtl="0">
              <a:spcBef>
                <a:spcPts val="0"/>
              </a:spcBef>
              <a:spcAft>
                <a:spcPts val="0"/>
              </a:spcAft>
              <a:buNone/>
            </a:pPr>
            <a:endParaRPr sz="1800">
              <a:solidFill>
                <a:srgbClr val="0E0E0E"/>
              </a:solidFill>
              <a:latin typeface="Arial"/>
              <a:ea typeface="Arial"/>
              <a:cs typeface="Arial"/>
              <a:sym typeface="Arial"/>
            </a:endParaRPr>
          </a:p>
          <a:p>
            <a:pPr marL="0" marR="0" lvl="0" indent="0" algn="l" rtl="0">
              <a:spcBef>
                <a:spcPts val="0"/>
              </a:spcBef>
              <a:spcAft>
                <a:spcPts val="0"/>
              </a:spcAft>
              <a:buNone/>
            </a:pPr>
            <a:r>
              <a:rPr lang="en-US" sz="1800">
                <a:solidFill>
                  <a:srgbClr val="0E0E0E"/>
                </a:solidFill>
                <a:latin typeface="Arial"/>
                <a:ea typeface="Arial"/>
                <a:cs typeface="Arial"/>
                <a:sym typeface="Arial"/>
              </a:rPr>
              <a:t>%: Represents zero or more characters.</a:t>
            </a:r>
            <a:endParaRPr/>
          </a:p>
          <a:p>
            <a:pPr marL="0" marR="0" lvl="0" indent="0" algn="l" rtl="0">
              <a:spcBef>
                <a:spcPts val="0"/>
              </a:spcBef>
              <a:spcAft>
                <a:spcPts val="0"/>
              </a:spcAft>
              <a:buNone/>
            </a:pPr>
            <a:r>
              <a:rPr lang="en-US" sz="1800">
                <a:solidFill>
                  <a:srgbClr val="0E0E0E"/>
                </a:solidFill>
                <a:latin typeface="Arial"/>
                <a:ea typeface="Arial"/>
                <a:cs typeface="Arial"/>
                <a:sym typeface="Arial"/>
              </a:rPr>
              <a:t>_: Represents a single character.</a:t>
            </a:r>
            <a:endParaRPr/>
          </a:p>
          <a:p>
            <a:pPr marL="0" marR="0" lvl="0" indent="0" algn="l" rtl="0">
              <a:spcBef>
                <a:spcPts val="0"/>
              </a:spcBef>
              <a:spcAft>
                <a:spcPts val="0"/>
              </a:spcAft>
              <a:buNone/>
            </a:pPr>
            <a:endParaRPr sz="1800">
              <a:solidFill>
                <a:srgbClr val="0E0E0E"/>
              </a:solidFill>
              <a:latin typeface="Arial"/>
              <a:ea typeface="Arial"/>
              <a:cs typeface="Arial"/>
              <a:sym typeface="Arial"/>
            </a:endParaRPr>
          </a:p>
          <a:p>
            <a:pPr marL="0" marR="0" lvl="0" indent="0" algn="l" rtl="0">
              <a:spcBef>
                <a:spcPts val="0"/>
              </a:spcBef>
              <a:spcAft>
                <a:spcPts val="0"/>
              </a:spcAft>
              <a:buNone/>
            </a:pPr>
            <a:r>
              <a:rPr lang="en-US" sz="1800" b="1">
                <a:solidFill>
                  <a:srgbClr val="0E0E0E"/>
                </a:solidFill>
                <a:latin typeface="Arial"/>
                <a:ea typeface="Arial"/>
                <a:cs typeface="Arial"/>
                <a:sym typeface="Arial"/>
              </a:rPr>
              <a:t>Syntax:</a:t>
            </a:r>
            <a:endParaRPr sz="1800">
              <a:solidFill>
                <a:srgbClr val="0E0E0E"/>
              </a:solidFill>
              <a:latin typeface="Arial"/>
              <a:ea typeface="Arial"/>
              <a:cs typeface="Arial"/>
              <a:sym typeface="Arial"/>
            </a:endParaRPr>
          </a:p>
        </p:txBody>
      </p:sp>
      <p:sp>
        <p:nvSpPr>
          <p:cNvPr id="232" name="Google Shape;232;p17"/>
          <p:cNvSpPr txBox="1"/>
          <p:nvPr/>
        </p:nvSpPr>
        <p:spPr>
          <a:xfrm>
            <a:off x="575894" y="4752304"/>
            <a:ext cx="4086258" cy="92333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800000"/>
                </a:solidFill>
                <a:latin typeface="Arial"/>
                <a:ea typeface="Arial"/>
                <a:cs typeface="Arial"/>
                <a:sym typeface="Arial"/>
              </a:rPr>
              <a:t>SELECT</a:t>
            </a:r>
            <a:r>
              <a:rPr lang="en-US" sz="1800">
                <a:solidFill>
                  <a:srgbClr val="000000"/>
                </a:solidFill>
                <a:latin typeface="Arial"/>
                <a:ea typeface="Arial"/>
                <a:cs typeface="Arial"/>
                <a:sym typeface="Arial"/>
              </a:rPr>
              <a:t> </a:t>
            </a:r>
            <a:r>
              <a:rPr lang="en-US" sz="1800" b="1" i="1" u="sng">
                <a:solidFill>
                  <a:srgbClr val="FF3737"/>
                </a:solidFill>
                <a:latin typeface="Arial"/>
                <a:ea typeface="Arial"/>
                <a:cs typeface="Arial"/>
                <a:sym typeface="Arial"/>
              </a:rPr>
              <a:t>column1</a:t>
            </a:r>
            <a:r>
              <a:rPr lang="en-US" sz="1800">
                <a:solidFill>
                  <a:srgbClr val="000000"/>
                </a:solidFill>
                <a:latin typeface="Arial"/>
                <a:ea typeface="Arial"/>
                <a:cs typeface="Arial"/>
                <a:sym typeface="Arial"/>
              </a:rPr>
              <a:t>, </a:t>
            </a:r>
            <a:r>
              <a:rPr lang="en-US" sz="1800" b="1" i="1" u="sng">
                <a:solidFill>
                  <a:srgbClr val="FF3737"/>
                </a:solidFill>
                <a:latin typeface="Arial"/>
                <a:ea typeface="Arial"/>
                <a:cs typeface="Arial"/>
                <a:sym typeface="Arial"/>
              </a:rPr>
              <a:t>column2</a:t>
            </a:r>
            <a:r>
              <a:rPr lang="en-US" sz="1800">
                <a:solidFill>
                  <a:srgbClr val="000000"/>
                </a:solidFill>
                <a:latin typeface="Arial"/>
                <a:ea typeface="Arial"/>
                <a:cs typeface="Arial"/>
                <a:sym typeface="Arial"/>
              </a:rPr>
              <a:t>, ...</a:t>
            </a:r>
            <a:endParaRPr/>
          </a:p>
          <a:p>
            <a:pPr marL="0" marR="0" lvl="0" indent="0" algn="l" rtl="0">
              <a:spcBef>
                <a:spcPts val="0"/>
              </a:spcBef>
              <a:spcAft>
                <a:spcPts val="0"/>
              </a:spcAft>
              <a:buNone/>
            </a:pPr>
            <a:r>
              <a:rPr lang="en-US" sz="1800" b="1">
                <a:solidFill>
                  <a:srgbClr val="800000"/>
                </a:solidFill>
                <a:latin typeface="Arial"/>
                <a:ea typeface="Arial"/>
                <a:cs typeface="Arial"/>
                <a:sym typeface="Arial"/>
              </a:rPr>
              <a:t>FROM</a:t>
            </a:r>
            <a:r>
              <a:rPr lang="en-US" sz="1800">
                <a:solidFill>
                  <a:srgbClr val="000000"/>
                </a:solidFill>
                <a:latin typeface="Arial"/>
                <a:ea typeface="Arial"/>
                <a:cs typeface="Arial"/>
                <a:sym typeface="Arial"/>
              </a:rPr>
              <a:t> table_name</a:t>
            </a:r>
            <a:endParaRPr sz="1800">
              <a:solidFill>
                <a:srgbClr val="000000"/>
              </a:solidFill>
              <a:latin typeface="Arial"/>
              <a:ea typeface="Arial"/>
              <a:cs typeface="Arial"/>
              <a:sym typeface="Arial"/>
            </a:endParaRPr>
          </a:p>
          <a:p>
            <a:pPr marL="0" marR="0" lvl="0" indent="0" algn="l" rtl="0">
              <a:spcBef>
                <a:spcPts val="0"/>
              </a:spcBef>
              <a:spcAft>
                <a:spcPts val="0"/>
              </a:spcAft>
              <a:buNone/>
            </a:pPr>
            <a:r>
              <a:rPr lang="en-US" sz="1800" b="1">
                <a:solidFill>
                  <a:srgbClr val="800000"/>
                </a:solidFill>
                <a:latin typeface="Arial"/>
                <a:ea typeface="Arial"/>
                <a:cs typeface="Arial"/>
                <a:sym typeface="Arial"/>
              </a:rPr>
              <a:t>WHERE</a:t>
            </a:r>
            <a:r>
              <a:rPr lang="en-US" sz="1800">
                <a:solidFill>
                  <a:srgbClr val="000000"/>
                </a:solidFill>
                <a:latin typeface="Arial"/>
                <a:ea typeface="Arial"/>
                <a:cs typeface="Arial"/>
                <a:sym typeface="Arial"/>
              </a:rPr>
              <a:t> </a:t>
            </a:r>
            <a:r>
              <a:rPr lang="en-US" sz="1800" b="1">
                <a:solidFill>
                  <a:srgbClr val="800000"/>
                </a:solidFill>
                <a:latin typeface="Arial"/>
                <a:ea typeface="Arial"/>
                <a:cs typeface="Arial"/>
                <a:sym typeface="Arial"/>
              </a:rPr>
              <a:t>column</a:t>
            </a:r>
            <a:r>
              <a:rPr lang="en-US" sz="1800">
                <a:solidFill>
                  <a:srgbClr val="000000"/>
                </a:solidFill>
                <a:latin typeface="Arial"/>
                <a:ea typeface="Arial"/>
                <a:cs typeface="Arial"/>
                <a:sym typeface="Arial"/>
              </a:rPr>
              <a:t> </a:t>
            </a:r>
            <a:r>
              <a:rPr lang="en-US" sz="1800" b="1">
                <a:solidFill>
                  <a:srgbClr val="800000"/>
                </a:solidFill>
                <a:latin typeface="Arial"/>
                <a:ea typeface="Arial"/>
                <a:cs typeface="Arial"/>
                <a:sym typeface="Arial"/>
              </a:rPr>
              <a:t>LIKE</a:t>
            </a:r>
            <a:r>
              <a:rPr lang="en-US" sz="1800">
                <a:solidFill>
                  <a:srgbClr val="000000"/>
                </a:solidFill>
                <a:latin typeface="Arial"/>
                <a:ea typeface="Arial"/>
                <a:cs typeface="Arial"/>
                <a:sym typeface="Arial"/>
              </a:rPr>
              <a:t> pattern</a:t>
            </a:r>
            <a:r>
              <a:rPr lang="en-US" sz="1800">
                <a:solidFill>
                  <a:srgbClr val="FF0000"/>
                </a:solidFill>
                <a:latin typeface="Arial"/>
                <a:ea typeface="Arial"/>
                <a:cs typeface="Arial"/>
                <a:sym typeface="Arial"/>
              </a:rPr>
              <a:t>;</a:t>
            </a:r>
            <a:endParaRPr sz="1800">
              <a:solidFill>
                <a:srgbClr val="000000"/>
              </a:solidFill>
              <a:latin typeface="Arial"/>
              <a:ea typeface="Arial"/>
              <a:cs typeface="Arial"/>
              <a:sym typeface="Arial"/>
            </a:endParaRPr>
          </a:p>
        </p:txBody>
      </p:sp>
      <p:sp>
        <p:nvSpPr>
          <p:cNvPr id="233" name="Google Shape;233;p17"/>
          <p:cNvSpPr txBox="1"/>
          <p:nvPr/>
        </p:nvSpPr>
        <p:spPr>
          <a:xfrm>
            <a:off x="5589431" y="729658"/>
            <a:ext cx="6098146" cy="155427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rgbClr val="0E0E0E"/>
                </a:solidFill>
                <a:latin typeface="Arial"/>
                <a:ea typeface="Arial"/>
                <a:cs typeface="Arial"/>
                <a:sym typeface="Arial"/>
              </a:rPr>
              <a:t>Let’s say we have a Customer table with the following columns: CustomerID, FirstName, LastName, and Email. We can use the LIKE clause to perform different types of pattern matching on this data.</a:t>
            </a:r>
            <a:endParaRPr/>
          </a:p>
          <a:p>
            <a:pPr marL="0" marR="0" lvl="0" indent="0" algn="l" rtl="0">
              <a:spcBef>
                <a:spcPts val="600"/>
              </a:spcBef>
              <a:spcAft>
                <a:spcPts val="0"/>
              </a:spcAft>
              <a:buNone/>
            </a:pPr>
            <a:r>
              <a:rPr lang="en-US" sz="1800" b="1">
                <a:solidFill>
                  <a:srgbClr val="0E0E0E"/>
                </a:solidFill>
                <a:latin typeface="Arial"/>
                <a:ea typeface="Arial"/>
                <a:cs typeface="Arial"/>
                <a:sym typeface="Arial"/>
              </a:rPr>
              <a:t>Find customers with first names that start with ‘A’:</a:t>
            </a:r>
            <a:endParaRPr sz="1800">
              <a:solidFill>
                <a:srgbClr val="0E0E0E"/>
              </a:solidFill>
              <a:latin typeface="Arial"/>
              <a:ea typeface="Arial"/>
              <a:cs typeface="Arial"/>
              <a:sym typeface="Arial"/>
            </a:endParaRPr>
          </a:p>
        </p:txBody>
      </p:sp>
      <p:sp>
        <p:nvSpPr>
          <p:cNvPr id="234" name="Google Shape;234;p17"/>
          <p:cNvSpPr txBox="1"/>
          <p:nvPr/>
        </p:nvSpPr>
        <p:spPr>
          <a:xfrm>
            <a:off x="5589431" y="2296967"/>
            <a:ext cx="6098146" cy="92333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800000"/>
                </a:solidFill>
                <a:latin typeface="Arial"/>
                <a:ea typeface="Arial"/>
                <a:cs typeface="Arial"/>
                <a:sym typeface="Arial"/>
              </a:rPr>
              <a:t>SELECT</a:t>
            </a:r>
            <a:r>
              <a:rPr lang="en-US" sz="1800">
                <a:solidFill>
                  <a:srgbClr val="000000"/>
                </a:solidFill>
                <a:latin typeface="Arial"/>
                <a:ea typeface="Arial"/>
                <a:cs typeface="Arial"/>
                <a:sym typeface="Arial"/>
              </a:rPr>
              <a:t> </a:t>
            </a:r>
            <a:r>
              <a:rPr lang="en-US" sz="1800">
                <a:solidFill>
                  <a:srgbClr val="006464"/>
                </a:solidFill>
                <a:latin typeface="Arial"/>
                <a:ea typeface="Arial"/>
                <a:cs typeface="Arial"/>
                <a:sym typeface="Arial"/>
              </a:rPr>
              <a:t>CustomerID</a:t>
            </a:r>
            <a:r>
              <a:rPr lang="en-US" sz="1800">
                <a:solidFill>
                  <a:srgbClr val="000000"/>
                </a:solidFill>
                <a:latin typeface="Arial"/>
                <a:ea typeface="Arial"/>
                <a:cs typeface="Arial"/>
                <a:sym typeface="Arial"/>
              </a:rPr>
              <a:t>, </a:t>
            </a:r>
            <a:r>
              <a:rPr lang="en-US" sz="1800">
                <a:solidFill>
                  <a:srgbClr val="006464"/>
                </a:solidFill>
                <a:latin typeface="Arial"/>
                <a:ea typeface="Arial"/>
                <a:cs typeface="Arial"/>
                <a:sym typeface="Arial"/>
              </a:rPr>
              <a:t>FirstName</a:t>
            </a:r>
            <a:r>
              <a:rPr lang="en-US" sz="1800">
                <a:solidFill>
                  <a:srgbClr val="000000"/>
                </a:solidFill>
                <a:latin typeface="Arial"/>
                <a:ea typeface="Arial"/>
                <a:cs typeface="Arial"/>
                <a:sym typeface="Arial"/>
              </a:rPr>
              <a:t>, </a:t>
            </a:r>
            <a:r>
              <a:rPr lang="en-US" sz="1800">
                <a:solidFill>
                  <a:srgbClr val="006464"/>
                </a:solidFill>
                <a:latin typeface="Arial"/>
                <a:ea typeface="Arial"/>
                <a:cs typeface="Arial"/>
                <a:sym typeface="Arial"/>
              </a:rPr>
              <a:t>LastName</a:t>
            </a:r>
            <a:endParaRPr sz="1800">
              <a:solidFill>
                <a:srgbClr val="000000"/>
              </a:solidFill>
              <a:latin typeface="Arial"/>
              <a:ea typeface="Arial"/>
              <a:cs typeface="Arial"/>
              <a:sym typeface="Arial"/>
            </a:endParaRPr>
          </a:p>
          <a:p>
            <a:pPr marL="0" marR="0" lvl="0" indent="0" algn="l" rtl="0">
              <a:spcBef>
                <a:spcPts val="0"/>
              </a:spcBef>
              <a:spcAft>
                <a:spcPts val="0"/>
              </a:spcAft>
              <a:buNone/>
            </a:pPr>
            <a:r>
              <a:rPr lang="en-US" sz="1800" b="1">
                <a:solidFill>
                  <a:srgbClr val="800000"/>
                </a:solidFill>
                <a:latin typeface="Arial"/>
                <a:ea typeface="Arial"/>
                <a:cs typeface="Arial"/>
                <a:sym typeface="Arial"/>
              </a:rPr>
              <a:t>FROM</a:t>
            </a:r>
            <a:r>
              <a:rPr lang="en-US" sz="1800">
                <a:solidFill>
                  <a:srgbClr val="000000"/>
                </a:solidFill>
                <a:latin typeface="Arial"/>
                <a:ea typeface="Arial"/>
                <a:cs typeface="Arial"/>
                <a:sym typeface="Arial"/>
              </a:rPr>
              <a:t> </a:t>
            </a:r>
            <a:r>
              <a:rPr lang="en-US" sz="1800">
                <a:solidFill>
                  <a:srgbClr val="8E00C6"/>
                </a:solidFill>
                <a:latin typeface="Arial"/>
                <a:ea typeface="Arial"/>
                <a:cs typeface="Arial"/>
                <a:sym typeface="Arial"/>
              </a:rPr>
              <a:t>Customer</a:t>
            </a:r>
            <a:endParaRPr sz="1800">
              <a:solidFill>
                <a:srgbClr val="000000"/>
              </a:solidFill>
              <a:latin typeface="Arial"/>
              <a:ea typeface="Arial"/>
              <a:cs typeface="Arial"/>
              <a:sym typeface="Arial"/>
            </a:endParaRPr>
          </a:p>
          <a:p>
            <a:pPr marL="0" marR="0" lvl="0" indent="0" algn="l" rtl="0">
              <a:spcBef>
                <a:spcPts val="0"/>
              </a:spcBef>
              <a:spcAft>
                <a:spcPts val="0"/>
              </a:spcAft>
              <a:buNone/>
            </a:pPr>
            <a:r>
              <a:rPr lang="en-US" sz="1800" b="1">
                <a:solidFill>
                  <a:srgbClr val="800000"/>
                </a:solidFill>
                <a:latin typeface="Arial"/>
                <a:ea typeface="Arial"/>
                <a:cs typeface="Arial"/>
                <a:sym typeface="Arial"/>
              </a:rPr>
              <a:t>WHERE</a:t>
            </a:r>
            <a:r>
              <a:rPr lang="en-US" sz="1800">
                <a:solidFill>
                  <a:srgbClr val="000000"/>
                </a:solidFill>
                <a:latin typeface="Arial"/>
                <a:ea typeface="Arial"/>
                <a:cs typeface="Arial"/>
                <a:sym typeface="Arial"/>
              </a:rPr>
              <a:t> </a:t>
            </a:r>
            <a:r>
              <a:rPr lang="en-US" sz="1800">
                <a:solidFill>
                  <a:srgbClr val="006464"/>
                </a:solidFill>
                <a:latin typeface="Arial"/>
                <a:ea typeface="Arial"/>
                <a:cs typeface="Arial"/>
                <a:sym typeface="Arial"/>
              </a:rPr>
              <a:t>FirstName</a:t>
            </a:r>
            <a:r>
              <a:rPr lang="en-US" sz="1800">
                <a:solidFill>
                  <a:srgbClr val="000000"/>
                </a:solidFill>
                <a:latin typeface="Arial"/>
                <a:ea typeface="Arial"/>
                <a:cs typeface="Arial"/>
                <a:sym typeface="Arial"/>
              </a:rPr>
              <a:t> </a:t>
            </a:r>
            <a:r>
              <a:rPr lang="en-US" sz="1800" b="1">
                <a:solidFill>
                  <a:srgbClr val="800000"/>
                </a:solidFill>
                <a:latin typeface="Arial"/>
                <a:ea typeface="Arial"/>
                <a:cs typeface="Arial"/>
                <a:sym typeface="Arial"/>
              </a:rPr>
              <a:t>LIKE</a:t>
            </a:r>
            <a:r>
              <a:rPr lang="en-US" sz="1800">
                <a:solidFill>
                  <a:srgbClr val="000000"/>
                </a:solidFill>
                <a:latin typeface="Arial"/>
                <a:ea typeface="Arial"/>
                <a:cs typeface="Arial"/>
                <a:sym typeface="Arial"/>
              </a:rPr>
              <a:t> </a:t>
            </a:r>
            <a:r>
              <a:rPr lang="en-US" sz="1800" b="1">
                <a:solidFill>
                  <a:srgbClr val="008000"/>
                </a:solidFill>
                <a:latin typeface="Arial"/>
                <a:ea typeface="Arial"/>
                <a:cs typeface="Arial"/>
                <a:sym typeface="Arial"/>
              </a:rPr>
              <a:t>'A%'</a:t>
            </a:r>
            <a:r>
              <a:rPr lang="en-US" sz="1800">
                <a:solidFill>
                  <a:srgbClr val="FF0000"/>
                </a:solidFill>
                <a:latin typeface="Arial"/>
                <a:ea typeface="Arial"/>
                <a:cs typeface="Arial"/>
                <a:sym typeface="Arial"/>
              </a:rPr>
              <a:t>;</a:t>
            </a:r>
            <a:endParaRPr sz="1800">
              <a:solidFill>
                <a:srgbClr val="000000"/>
              </a:solidFill>
              <a:latin typeface="Arial"/>
              <a:ea typeface="Arial"/>
              <a:cs typeface="Arial"/>
              <a:sym typeface="Arial"/>
            </a:endParaRPr>
          </a:p>
        </p:txBody>
      </p:sp>
      <p:sp>
        <p:nvSpPr>
          <p:cNvPr id="235" name="Google Shape;235;p17"/>
          <p:cNvSpPr txBox="1"/>
          <p:nvPr/>
        </p:nvSpPr>
        <p:spPr>
          <a:xfrm>
            <a:off x="5589431" y="3382845"/>
            <a:ext cx="6098146" cy="64633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E0E0E"/>
                </a:solidFill>
                <a:latin typeface="Arial"/>
                <a:ea typeface="Arial"/>
                <a:cs typeface="Arial"/>
                <a:sym typeface="Arial"/>
              </a:rPr>
              <a:t>Find customers with a last name that starts with ‘S’ and has 5 letters:</a:t>
            </a:r>
            <a:endParaRPr sz="1800">
              <a:solidFill>
                <a:srgbClr val="0E0E0E"/>
              </a:solidFill>
              <a:latin typeface="Arial"/>
              <a:ea typeface="Arial"/>
              <a:cs typeface="Arial"/>
              <a:sym typeface="Arial"/>
            </a:endParaRPr>
          </a:p>
        </p:txBody>
      </p:sp>
      <p:sp>
        <p:nvSpPr>
          <p:cNvPr id="236" name="Google Shape;236;p17"/>
          <p:cNvSpPr txBox="1"/>
          <p:nvPr/>
        </p:nvSpPr>
        <p:spPr>
          <a:xfrm>
            <a:off x="5589431" y="4048335"/>
            <a:ext cx="6098146" cy="92333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800000"/>
                </a:solidFill>
                <a:latin typeface="Arial"/>
                <a:ea typeface="Arial"/>
                <a:cs typeface="Arial"/>
                <a:sym typeface="Arial"/>
              </a:rPr>
              <a:t>SELECT</a:t>
            </a:r>
            <a:r>
              <a:rPr lang="en-US" sz="1800">
                <a:solidFill>
                  <a:srgbClr val="000000"/>
                </a:solidFill>
                <a:latin typeface="Arial"/>
                <a:ea typeface="Arial"/>
                <a:cs typeface="Arial"/>
                <a:sym typeface="Arial"/>
              </a:rPr>
              <a:t> </a:t>
            </a:r>
            <a:r>
              <a:rPr lang="en-US" sz="1800">
                <a:solidFill>
                  <a:srgbClr val="006464"/>
                </a:solidFill>
                <a:latin typeface="Arial"/>
                <a:ea typeface="Arial"/>
                <a:cs typeface="Arial"/>
                <a:sym typeface="Arial"/>
              </a:rPr>
              <a:t>CustomerID</a:t>
            </a:r>
            <a:r>
              <a:rPr lang="en-US" sz="1800">
                <a:solidFill>
                  <a:srgbClr val="000000"/>
                </a:solidFill>
                <a:latin typeface="Arial"/>
                <a:ea typeface="Arial"/>
                <a:cs typeface="Arial"/>
                <a:sym typeface="Arial"/>
              </a:rPr>
              <a:t>, </a:t>
            </a:r>
            <a:r>
              <a:rPr lang="en-US" sz="1800">
                <a:solidFill>
                  <a:srgbClr val="006464"/>
                </a:solidFill>
                <a:latin typeface="Arial"/>
                <a:ea typeface="Arial"/>
                <a:cs typeface="Arial"/>
                <a:sym typeface="Arial"/>
              </a:rPr>
              <a:t>FirstName</a:t>
            </a:r>
            <a:r>
              <a:rPr lang="en-US" sz="1800">
                <a:solidFill>
                  <a:srgbClr val="000000"/>
                </a:solidFill>
                <a:latin typeface="Arial"/>
                <a:ea typeface="Arial"/>
                <a:cs typeface="Arial"/>
                <a:sym typeface="Arial"/>
              </a:rPr>
              <a:t>, </a:t>
            </a:r>
            <a:r>
              <a:rPr lang="en-US" sz="1800">
                <a:solidFill>
                  <a:srgbClr val="006464"/>
                </a:solidFill>
                <a:latin typeface="Arial"/>
                <a:ea typeface="Arial"/>
                <a:cs typeface="Arial"/>
                <a:sym typeface="Arial"/>
              </a:rPr>
              <a:t>LastName</a:t>
            </a:r>
            <a:endParaRPr sz="1800">
              <a:solidFill>
                <a:srgbClr val="000000"/>
              </a:solidFill>
              <a:latin typeface="Arial"/>
              <a:ea typeface="Arial"/>
              <a:cs typeface="Arial"/>
              <a:sym typeface="Arial"/>
            </a:endParaRPr>
          </a:p>
          <a:p>
            <a:pPr marL="0" marR="0" lvl="0" indent="0" algn="l" rtl="0">
              <a:spcBef>
                <a:spcPts val="0"/>
              </a:spcBef>
              <a:spcAft>
                <a:spcPts val="0"/>
              </a:spcAft>
              <a:buNone/>
            </a:pPr>
            <a:r>
              <a:rPr lang="en-US" sz="1800" b="1">
                <a:solidFill>
                  <a:srgbClr val="800000"/>
                </a:solidFill>
                <a:latin typeface="Arial"/>
                <a:ea typeface="Arial"/>
                <a:cs typeface="Arial"/>
                <a:sym typeface="Arial"/>
              </a:rPr>
              <a:t>FROM</a:t>
            </a:r>
            <a:r>
              <a:rPr lang="en-US" sz="1800">
                <a:solidFill>
                  <a:srgbClr val="000000"/>
                </a:solidFill>
                <a:latin typeface="Arial"/>
                <a:ea typeface="Arial"/>
                <a:cs typeface="Arial"/>
                <a:sym typeface="Arial"/>
              </a:rPr>
              <a:t> </a:t>
            </a:r>
            <a:r>
              <a:rPr lang="en-US" sz="1800">
                <a:solidFill>
                  <a:srgbClr val="8E00C6"/>
                </a:solidFill>
                <a:latin typeface="Arial"/>
                <a:ea typeface="Arial"/>
                <a:cs typeface="Arial"/>
                <a:sym typeface="Arial"/>
              </a:rPr>
              <a:t>Customer</a:t>
            </a:r>
            <a:endParaRPr sz="1800">
              <a:solidFill>
                <a:srgbClr val="000000"/>
              </a:solidFill>
              <a:latin typeface="Arial"/>
              <a:ea typeface="Arial"/>
              <a:cs typeface="Arial"/>
              <a:sym typeface="Arial"/>
            </a:endParaRPr>
          </a:p>
          <a:p>
            <a:pPr marL="0" marR="0" lvl="0" indent="0" algn="l" rtl="0">
              <a:spcBef>
                <a:spcPts val="0"/>
              </a:spcBef>
              <a:spcAft>
                <a:spcPts val="0"/>
              </a:spcAft>
              <a:buNone/>
            </a:pPr>
            <a:r>
              <a:rPr lang="en-US" sz="1800" b="1">
                <a:solidFill>
                  <a:srgbClr val="800000"/>
                </a:solidFill>
                <a:latin typeface="Arial"/>
                <a:ea typeface="Arial"/>
                <a:cs typeface="Arial"/>
                <a:sym typeface="Arial"/>
              </a:rPr>
              <a:t>WHERE</a:t>
            </a:r>
            <a:r>
              <a:rPr lang="en-US" sz="1800">
                <a:solidFill>
                  <a:srgbClr val="000000"/>
                </a:solidFill>
                <a:latin typeface="Arial"/>
                <a:ea typeface="Arial"/>
                <a:cs typeface="Arial"/>
                <a:sym typeface="Arial"/>
              </a:rPr>
              <a:t> </a:t>
            </a:r>
            <a:r>
              <a:rPr lang="en-US" sz="1800">
                <a:solidFill>
                  <a:srgbClr val="006464"/>
                </a:solidFill>
                <a:latin typeface="Arial"/>
                <a:ea typeface="Arial"/>
                <a:cs typeface="Arial"/>
                <a:sym typeface="Arial"/>
              </a:rPr>
              <a:t>LastName</a:t>
            </a:r>
            <a:r>
              <a:rPr lang="en-US" sz="1800">
                <a:solidFill>
                  <a:srgbClr val="000000"/>
                </a:solidFill>
                <a:latin typeface="Arial"/>
                <a:ea typeface="Arial"/>
                <a:cs typeface="Arial"/>
                <a:sym typeface="Arial"/>
              </a:rPr>
              <a:t> </a:t>
            </a:r>
            <a:r>
              <a:rPr lang="en-US" sz="1800" b="1">
                <a:solidFill>
                  <a:srgbClr val="800000"/>
                </a:solidFill>
                <a:latin typeface="Arial"/>
                <a:ea typeface="Arial"/>
                <a:cs typeface="Arial"/>
                <a:sym typeface="Arial"/>
              </a:rPr>
              <a:t>LIKE</a:t>
            </a:r>
            <a:r>
              <a:rPr lang="en-US" sz="1800">
                <a:solidFill>
                  <a:srgbClr val="000000"/>
                </a:solidFill>
                <a:latin typeface="Arial"/>
                <a:ea typeface="Arial"/>
                <a:cs typeface="Arial"/>
                <a:sym typeface="Arial"/>
              </a:rPr>
              <a:t> </a:t>
            </a:r>
            <a:r>
              <a:rPr lang="en-US" sz="1800" b="1">
                <a:solidFill>
                  <a:srgbClr val="008000"/>
                </a:solidFill>
                <a:latin typeface="Arial"/>
                <a:ea typeface="Arial"/>
                <a:cs typeface="Arial"/>
                <a:sym typeface="Arial"/>
              </a:rPr>
              <a:t>'S____'</a:t>
            </a:r>
            <a:r>
              <a:rPr lang="en-US" sz="1800">
                <a:solidFill>
                  <a:srgbClr val="FF0000"/>
                </a:solidFill>
                <a:latin typeface="Arial"/>
                <a:ea typeface="Arial"/>
                <a:cs typeface="Arial"/>
                <a:sym typeface="Arial"/>
              </a:rPr>
              <a:t>;</a:t>
            </a:r>
            <a:endParaRPr sz="1800">
              <a:solidFill>
                <a:srgbClr val="000000"/>
              </a:solidFill>
              <a:latin typeface="Arial"/>
              <a:ea typeface="Arial"/>
              <a:cs typeface="Arial"/>
              <a:sym typeface="Arial"/>
            </a:endParaRPr>
          </a:p>
        </p:txBody>
      </p:sp>
      <p:sp>
        <p:nvSpPr>
          <p:cNvPr id="237" name="Google Shape;237;p17"/>
          <p:cNvSpPr txBox="1"/>
          <p:nvPr/>
        </p:nvSpPr>
        <p:spPr>
          <a:xfrm>
            <a:off x="5589430" y="5084399"/>
            <a:ext cx="6272011"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E0E0E"/>
                </a:solidFill>
                <a:latin typeface="Arial"/>
                <a:ea typeface="Arial"/>
                <a:cs typeface="Arial"/>
                <a:sym typeface="Arial"/>
              </a:rPr>
              <a:t>Find customers whose email starts with ‘a’ and ends with ‘.com’:</a:t>
            </a:r>
            <a:endParaRPr sz="1800">
              <a:solidFill>
                <a:srgbClr val="0E0E0E"/>
              </a:solidFill>
              <a:latin typeface="Arial"/>
              <a:ea typeface="Arial"/>
              <a:cs typeface="Arial"/>
              <a:sym typeface="Arial"/>
            </a:endParaRPr>
          </a:p>
        </p:txBody>
      </p:sp>
      <p:sp>
        <p:nvSpPr>
          <p:cNvPr id="238" name="Google Shape;238;p17"/>
          <p:cNvSpPr txBox="1"/>
          <p:nvPr/>
        </p:nvSpPr>
        <p:spPr>
          <a:xfrm>
            <a:off x="5589430" y="5724675"/>
            <a:ext cx="6536027" cy="92333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rgbClr val="800000"/>
                </a:solidFill>
                <a:latin typeface="Arial"/>
                <a:ea typeface="Arial"/>
                <a:cs typeface="Arial"/>
                <a:sym typeface="Arial"/>
              </a:rPr>
              <a:t>SELECT</a:t>
            </a:r>
            <a:r>
              <a:rPr lang="en-US" sz="1800" dirty="0">
                <a:solidFill>
                  <a:srgbClr val="000000"/>
                </a:solidFill>
                <a:latin typeface="Arial"/>
                <a:ea typeface="Arial"/>
                <a:cs typeface="Arial"/>
                <a:sym typeface="Arial"/>
              </a:rPr>
              <a:t> </a:t>
            </a:r>
            <a:r>
              <a:rPr lang="en-US" sz="1800" dirty="0" err="1">
                <a:solidFill>
                  <a:srgbClr val="006464"/>
                </a:solidFill>
                <a:latin typeface="Arial"/>
                <a:ea typeface="Arial"/>
                <a:cs typeface="Arial"/>
                <a:sym typeface="Arial"/>
              </a:rPr>
              <a:t>CustomerID</a:t>
            </a:r>
            <a:r>
              <a:rPr lang="en-US" sz="1800" dirty="0">
                <a:solidFill>
                  <a:srgbClr val="000000"/>
                </a:solidFill>
                <a:latin typeface="Arial"/>
                <a:ea typeface="Arial"/>
                <a:cs typeface="Arial"/>
                <a:sym typeface="Arial"/>
              </a:rPr>
              <a:t>, </a:t>
            </a:r>
            <a:r>
              <a:rPr lang="en-US" sz="1800" dirty="0">
                <a:solidFill>
                  <a:srgbClr val="006464"/>
                </a:solidFill>
                <a:latin typeface="Arial"/>
                <a:ea typeface="Arial"/>
                <a:cs typeface="Arial"/>
                <a:sym typeface="Arial"/>
              </a:rPr>
              <a:t>FirstName</a:t>
            </a:r>
            <a:r>
              <a:rPr lang="en-US" sz="1800" dirty="0">
                <a:solidFill>
                  <a:srgbClr val="000000"/>
                </a:solidFill>
                <a:latin typeface="Arial"/>
                <a:ea typeface="Arial"/>
                <a:cs typeface="Arial"/>
                <a:sym typeface="Arial"/>
              </a:rPr>
              <a:t>, </a:t>
            </a:r>
            <a:r>
              <a:rPr lang="en-US" sz="1800" dirty="0">
                <a:solidFill>
                  <a:srgbClr val="006464"/>
                </a:solidFill>
                <a:latin typeface="Arial"/>
                <a:ea typeface="Arial"/>
                <a:cs typeface="Arial"/>
                <a:sym typeface="Arial"/>
              </a:rPr>
              <a:t>LastName</a:t>
            </a:r>
            <a:r>
              <a:rPr lang="en-US" sz="1800" dirty="0">
                <a:solidFill>
                  <a:srgbClr val="000000"/>
                </a:solidFill>
                <a:latin typeface="Arial"/>
                <a:ea typeface="Arial"/>
                <a:cs typeface="Arial"/>
                <a:sym typeface="Arial"/>
              </a:rPr>
              <a:t>, </a:t>
            </a:r>
            <a:r>
              <a:rPr lang="en-US" sz="1800" dirty="0">
                <a:solidFill>
                  <a:srgbClr val="006464"/>
                </a:solidFill>
                <a:latin typeface="Arial"/>
                <a:ea typeface="Arial"/>
                <a:cs typeface="Arial"/>
                <a:sym typeface="Arial"/>
              </a:rPr>
              <a:t>Email</a:t>
            </a:r>
            <a:endParaRPr sz="1800" dirty="0">
              <a:solidFill>
                <a:srgbClr val="000000"/>
              </a:solidFill>
              <a:latin typeface="Arial"/>
              <a:ea typeface="Arial"/>
              <a:cs typeface="Arial"/>
              <a:sym typeface="Arial"/>
            </a:endParaRPr>
          </a:p>
          <a:p>
            <a:pPr marL="0" marR="0" lvl="0" indent="0" algn="l" rtl="0">
              <a:spcBef>
                <a:spcPts val="0"/>
              </a:spcBef>
              <a:spcAft>
                <a:spcPts val="0"/>
              </a:spcAft>
              <a:buNone/>
            </a:pPr>
            <a:r>
              <a:rPr lang="en-US" sz="1800" b="1" dirty="0">
                <a:solidFill>
                  <a:srgbClr val="800000"/>
                </a:solidFill>
                <a:latin typeface="Arial"/>
                <a:ea typeface="Arial"/>
                <a:cs typeface="Arial"/>
                <a:sym typeface="Arial"/>
              </a:rPr>
              <a:t>FROM</a:t>
            </a:r>
            <a:r>
              <a:rPr lang="en-US" sz="1800" dirty="0">
                <a:solidFill>
                  <a:srgbClr val="000000"/>
                </a:solidFill>
                <a:latin typeface="Arial"/>
                <a:ea typeface="Arial"/>
                <a:cs typeface="Arial"/>
                <a:sym typeface="Arial"/>
              </a:rPr>
              <a:t> </a:t>
            </a:r>
            <a:r>
              <a:rPr lang="en-US" sz="1800" dirty="0">
                <a:solidFill>
                  <a:srgbClr val="8E00C6"/>
                </a:solidFill>
                <a:latin typeface="Arial"/>
                <a:ea typeface="Arial"/>
                <a:cs typeface="Arial"/>
                <a:sym typeface="Arial"/>
              </a:rPr>
              <a:t>Customer</a:t>
            </a:r>
            <a:endParaRPr sz="1800" dirty="0">
              <a:solidFill>
                <a:srgbClr val="000000"/>
              </a:solidFill>
              <a:latin typeface="Arial"/>
              <a:ea typeface="Arial"/>
              <a:cs typeface="Arial"/>
              <a:sym typeface="Arial"/>
            </a:endParaRPr>
          </a:p>
          <a:p>
            <a:pPr marL="0" marR="0" lvl="0" indent="0" algn="l" rtl="0">
              <a:spcBef>
                <a:spcPts val="0"/>
              </a:spcBef>
              <a:spcAft>
                <a:spcPts val="0"/>
              </a:spcAft>
              <a:buNone/>
            </a:pPr>
            <a:r>
              <a:rPr lang="en-US" sz="1800" b="1" dirty="0">
                <a:solidFill>
                  <a:srgbClr val="800000"/>
                </a:solidFill>
                <a:latin typeface="Arial"/>
                <a:ea typeface="Arial"/>
                <a:cs typeface="Arial"/>
                <a:sym typeface="Arial"/>
              </a:rPr>
              <a:t>WHERE</a:t>
            </a:r>
            <a:r>
              <a:rPr lang="en-US" sz="1800" dirty="0">
                <a:solidFill>
                  <a:srgbClr val="000000"/>
                </a:solidFill>
                <a:latin typeface="Arial"/>
                <a:ea typeface="Arial"/>
                <a:cs typeface="Arial"/>
                <a:sym typeface="Arial"/>
              </a:rPr>
              <a:t> </a:t>
            </a:r>
            <a:r>
              <a:rPr lang="en-US" sz="1800" dirty="0">
                <a:solidFill>
                  <a:srgbClr val="006464"/>
                </a:solidFill>
                <a:latin typeface="Arial"/>
                <a:ea typeface="Arial"/>
                <a:cs typeface="Arial"/>
                <a:sym typeface="Arial"/>
              </a:rPr>
              <a:t>Email</a:t>
            </a:r>
            <a:r>
              <a:rPr lang="en-US" sz="1800" dirty="0">
                <a:solidFill>
                  <a:srgbClr val="000000"/>
                </a:solidFill>
                <a:latin typeface="Arial"/>
                <a:ea typeface="Arial"/>
                <a:cs typeface="Arial"/>
                <a:sym typeface="Arial"/>
              </a:rPr>
              <a:t> </a:t>
            </a:r>
            <a:r>
              <a:rPr lang="en-US" sz="1800" b="1" dirty="0">
                <a:solidFill>
                  <a:srgbClr val="800000"/>
                </a:solidFill>
                <a:latin typeface="Arial"/>
                <a:ea typeface="Arial"/>
                <a:cs typeface="Arial"/>
                <a:sym typeface="Arial"/>
              </a:rPr>
              <a:t>LIKE</a:t>
            </a:r>
            <a:r>
              <a:rPr lang="en-US" sz="1800" dirty="0">
                <a:solidFill>
                  <a:srgbClr val="000000"/>
                </a:solidFill>
                <a:latin typeface="Arial"/>
                <a:ea typeface="Arial"/>
                <a:cs typeface="Arial"/>
                <a:sym typeface="Arial"/>
              </a:rPr>
              <a:t> </a:t>
            </a:r>
            <a:r>
              <a:rPr lang="en-US" sz="1800" b="1" dirty="0">
                <a:solidFill>
                  <a:srgbClr val="008000"/>
                </a:solidFill>
                <a:latin typeface="Arial"/>
                <a:ea typeface="Arial"/>
                <a:cs typeface="Arial"/>
                <a:sym typeface="Arial"/>
              </a:rPr>
              <a:t>'a%@%.com'</a:t>
            </a:r>
            <a:r>
              <a:rPr lang="en-US" sz="1800" dirty="0">
                <a:solidFill>
                  <a:srgbClr val="FF0000"/>
                </a:solidFill>
                <a:latin typeface="Arial"/>
                <a:ea typeface="Arial"/>
                <a:cs typeface="Arial"/>
                <a:sym typeface="Arial"/>
              </a:rPr>
              <a:t>;</a:t>
            </a:r>
            <a:endParaRPr sz="1800" dirty="0">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18"/>
          <p:cNvSpPr txBox="1">
            <a:spLocks noGrp="1"/>
          </p:cNvSpPr>
          <p:nvPr>
            <p:ph type="title"/>
          </p:nvPr>
        </p:nvSpPr>
        <p:spPr>
          <a:xfrm>
            <a:off x="575894" y="729658"/>
            <a:ext cx="11029616" cy="553452"/>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rgbClr val="3F3F3F"/>
              </a:buClr>
              <a:buSzPts val="2800"/>
              <a:buFont typeface="Franklin Gothic"/>
              <a:buNone/>
            </a:pPr>
            <a:r>
              <a:rPr lang="en-US"/>
              <a:t>DATE/TIME FUNCTIONS</a:t>
            </a:r>
            <a:endParaRPr/>
          </a:p>
        </p:txBody>
      </p:sp>
      <p:pic>
        <p:nvPicPr>
          <p:cNvPr id="244" name="Google Shape;244;p18" descr="Table&#10;&#10;Description automatically generated"/>
          <p:cNvPicPr preferRelativeResize="0"/>
          <p:nvPr/>
        </p:nvPicPr>
        <p:blipFill rotWithShape="1">
          <a:blip r:embed="rId3">
            <a:alphaModFix/>
          </a:blip>
          <a:srcRect t="6963" b="1939"/>
          <a:stretch/>
        </p:blipFill>
        <p:spPr>
          <a:xfrm>
            <a:off x="2825698" y="1755056"/>
            <a:ext cx="6540604" cy="463099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sp>
        <p:nvSpPr>
          <p:cNvPr id="249" name="Google Shape;249;p19"/>
          <p:cNvSpPr txBox="1">
            <a:spLocks noGrp="1"/>
          </p:cNvSpPr>
          <p:nvPr>
            <p:ph type="title"/>
          </p:nvPr>
        </p:nvSpPr>
        <p:spPr>
          <a:xfrm>
            <a:off x="575894" y="729658"/>
            <a:ext cx="11029616" cy="627194"/>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rgbClr val="3F3F3F"/>
              </a:buClr>
              <a:buSzPts val="2800"/>
              <a:buFont typeface="Franklin Gothic"/>
              <a:buNone/>
            </a:pPr>
            <a:r>
              <a:rPr lang="en-US"/>
              <a:t>CURTIME(): RETRIEVES THE CURRENT TIME</a:t>
            </a:r>
            <a:endParaRPr/>
          </a:p>
        </p:txBody>
      </p:sp>
      <p:sp>
        <p:nvSpPr>
          <p:cNvPr id="250" name="Google Shape;250;p19"/>
          <p:cNvSpPr txBox="1">
            <a:spLocks noGrp="1"/>
          </p:cNvSpPr>
          <p:nvPr>
            <p:ph type="sldNum" idx="12"/>
          </p:nvPr>
        </p:nvSpPr>
        <p:spPr>
          <a:xfrm>
            <a:off x="10558300" y="6423914"/>
            <a:ext cx="105251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12</a:t>
            </a:fld>
            <a:endParaRPr/>
          </a:p>
        </p:txBody>
      </p:sp>
      <p:sp>
        <p:nvSpPr>
          <p:cNvPr id="251" name="Google Shape;251;p19"/>
          <p:cNvSpPr txBox="1"/>
          <p:nvPr/>
        </p:nvSpPr>
        <p:spPr>
          <a:xfrm>
            <a:off x="575894" y="1786144"/>
            <a:ext cx="6098458" cy="175432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rgbClr val="0E0E0E"/>
                </a:solidFill>
                <a:latin typeface="Arial"/>
                <a:ea typeface="Arial"/>
                <a:cs typeface="Arial"/>
                <a:sym typeface="Arial"/>
              </a:rPr>
              <a:t>The CURTIME() function returns the current time (without the date) in the format HH:MM:SS or HHMMSS depending on the query context.</a:t>
            </a:r>
            <a:endParaRPr/>
          </a:p>
          <a:p>
            <a:pPr marL="0" marR="0" lvl="0" indent="0" algn="l" rtl="0">
              <a:spcBef>
                <a:spcPts val="0"/>
              </a:spcBef>
              <a:spcAft>
                <a:spcPts val="0"/>
              </a:spcAft>
              <a:buNone/>
            </a:pPr>
            <a:endParaRPr sz="1800">
              <a:solidFill>
                <a:srgbClr val="0E0E0E"/>
              </a:solidFill>
              <a:latin typeface="Arial"/>
              <a:ea typeface="Arial"/>
              <a:cs typeface="Arial"/>
              <a:sym typeface="Arial"/>
            </a:endParaRPr>
          </a:p>
          <a:p>
            <a:pPr marL="0" marR="0" lvl="0" indent="0" algn="l" rtl="0">
              <a:spcBef>
                <a:spcPts val="0"/>
              </a:spcBef>
              <a:spcAft>
                <a:spcPts val="0"/>
              </a:spcAft>
              <a:buNone/>
            </a:pPr>
            <a:r>
              <a:rPr lang="en-US" sz="1800" b="1">
                <a:solidFill>
                  <a:srgbClr val="0E0E0E"/>
                </a:solidFill>
                <a:latin typeface="Arial"/>
                <a:ea typeface="Arial"/>
                <a:cs typeface="Arial"/>
                <a:sym typeface="Arial"/>
              </a:rPr>
              <a:t>Example: Retrieve the current time and check which invoices were created today at that time</a:t>
            </a:r>
            <a:endParaRPr sz="1800">
              <a:solidFill>
                <a:srgbClr val="0E0E0E"/>
              </a:solidFill>
              <a:latin typeface="Arial"/>
              <a:ea typeface="Arial"/>
              <a:cs typeface="Arial"/>
              <a:sym typeface="Arial"/>
            </a:endParaRPr>
          </a:p>
        </p:txBody>
      </p:sp>
      <p:sp>
        <p:nvSpPr>
          <p:cNvPr id="252" name="Google Shape;252;p19"/>
          <p:cNvSpPr txBox="1"/>
          <p:nvPr/>
        </p:nvSpPr>
        <p:spPr>
          <a:xfrm>
            <a:off x="575893" y="3802229"/>
            <a:ext cx="7063771" cy="923330"/>
          </a:xfrm>
          <a:prstGeom prst="rect">
            <a:avLst/>
          </a:prstGeom>
          <a:solidFill>
            <a:srgbClr val="F2F2F2"/>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800000"/>
                </a:solidFill>
                <a:latin typeface="Arial"/>
                <a:ea typeface="Arial"/>
                <a:cs typeface="Arial"/>
                <a:sym typeface="Arial"/>
              </a:rPr>
              <a:t>SELECT</a:t>
            </a:r>
            <a:r>
              <a:rPr lang="en-US" sz="1800">
                <a:solidFill>
                  <a:srgbClr val="000000"/>
                </a:solidFill>
                <a:latin typeface="Arial"/>
                <a:ea typeface="Arial"/>
                <a:cs typeface="Arial"/>
                <a:sym typeface="Arial"/>
              </a:rPr>
              <a:t> </a:t>
            </a:r>
            <a:r>
              <a:rPr lang="en-US" sz="1800">
                <a:solidFill>
                  <a:srgbClr val="006464"/>
                </a:solidFill>
                <a:latin typeface="Arial"/>
                <a:ea typeface="Arial"/>
                <a:cs typeface="Arial"/>
                <a:sym typeface="Arial"/>
              </a:rPr>
              <a:t>InvoiceID</a:t>
            </a:r>
            <a:r>
              <a:rPr lang="en-US" sz="1800">
                <a:solidFill>
                  <a:srgbClr val="000000"/>
                </a:solidFill>
                <a:latin typeface="Arial"/>
                <a:ea typeface="Arial"/>
                <a:cs typeface="Arial"/>
                <a:sym typeface="Arial"/>
              </a:rPr>
              <a:t>, </a:t>
            </a:r>
            <a:r>
              <a:rPr lang="en-US" sz="1800">
                <a:solidFill>
                  <a:srgbClr val="006464"/>
                </a:solidFill>
                <a:latin typeface="Arial"/>
                <a:ea typeface="Arial"/>
                <a:cs typeface="Arial"/>
                <a:sym typeface="Arial"/>
              </a:rPr>
              <a:t>Total</a:t>
            </a:r>
            <a:r>
              <a:rPr lang="en-US" sz="1800">
                <a:solidFill>
                  <a:srgbClr val="000000"/>
                </a:solidFill>
                <a:latin typeface="Arial"/>
                <a:ea typeface="Arial"/>
                <a:cs typeface="Arial"/>
                <a:sym typeface="Arial"/>
              </a:rPr>
              <a:t>, </a:t>
            </a:r>
            <a:r>
              <a:rPr lang="en-US" sz="1800" u="sng">
                <a:solidFill>
                  <a:srgbClr val="000000"/>
                </a:solidFill>
                <a:latin typeface="Arial"/>
                <a:ea typeface="Arial"/>
                <a:cs typeface="Arial"/>
                <a:sym typeface="Arial"/>
              </a:rPr>
              <a:t>CURTIME</a:t>
            </a:r>
            <a:r>
              <a:rPr lang="en-US" sz="1800">
                <a:solidFill>
                  <a:srgbClr val="000000"/>
                </a:solidFill>
                <a:latin typeface="Arial"/>
                <a:ea typeface="Arial"/>
                <a:cs typeface="Arial"/>
                <a:sym typeface="Arial"/>
              </a:rPr>
              <a:t>() </a:t>
            </a:r>
            <a:r>
              <a:rPr lang="en-US" sz="1800" b="1">
                <a:solidFill>
                  <a:srgbClr val="800000"/>
                </a:solidFill>
                <a:latin typeface="Arial"/>
                <a:ea typeface="Arial"/>
                <a:cs typeface="Arial"/>
                <a:sym typeface="Arial"/>
              </a:rPr>
              <a:t>AS</a:t>
            </a:r>
            <a:r>
              <a:rPr lang="en-US" sz="1800">
                <a:solidFill>
                  <a:srgbClr val="000000"/>
                </a:solidFill>
                <a:latin typeface="Arial"/>
                <a:ea typeface="Arial"/>
                <a:cs typeface="Arial"/>
                <a:sym typeface="Arial"/>
              </a:rPr>
              <a:t> </a:t>
            </a:r>
            <a:r>
              <a:rPr lang="en-US" sz="1800" i="1">
                <a:solidFill>
                  <a:srgbClr val="006464"/>
                </a:solidFill>
                <a:latin typeface="Arial"/>
                <a:ea typeface="Arial"/>
                <a:cs typeface="Arial"/>
                <a:sym typeface="Arial"/>
              </a:rPr>
              <a:t>CurrentTime</a:t>
            </a:r>
            <a:endParaRPr sz="1800">
              <a:solidFill>
                <a:srgbClr val="000000"/>
              </a:solidFill>
              <a:latin typeface="Arial"/>
              <a:ea typeface="Arial"/>
              <a:cs typeface="Arial"/>
              <a:sym typeface="Arial"/>
            </a:endParaRPr>
          </a:p>
          <a:p>
            <a:pPr marL="0" marR="0" lvl="0" indent="0" algn="l" rtl="0">
              <a:spcBef>
                <a:spcPts val="0"/>
              </a:spcBef>
              <a:spcAft>
                <a:spcPts val="0"/>
              </a:spcAft>
              <a:buNone/>
            </a:pPr>
            <a:r>
              <a:rPr lang="en-US" sz="1800" b="1">
                <a:solidFill>
                  <a:srgbClr val="800000"/>
                </a:solidFill>
                <a:latin typeface="Arial"/>
                <a:ea typeface="Arial"/>
                <a:cs typeface="Arial"/>
                <a:sym typeface="Arial"/>
              </a:rPr>
              <a:t>FROM</a:t>
            </a:r>
            <a:r>
              <a:rPr lang="en-US" sz="1800">
                <a:solidFill>
                  <a:srgbClr val="000000"/>
                </a:solidFill>
                <a:latin typeface="Arial"/>
                <a:ea typeface="Arial"/>
                <a:cs typeface="Arial"/>
                <a:sym typeface="Arial"/>
              </a:rPr>
              <a:t> </a:t>
            </a:r>
            <a:r>
              <a:rPr lang="en-US" sz="1800">
                <a:solidFill>
                  <a:srgbClr val="8E00C6"/>
                </a:solidFill>
                <a:latin typeface="Arial"/>
                <a:ea typeface="Arial"/>
                <a:cs typeface="Arial"/>
                <a:sym typeface="Arial"/>
              </a:rPr>
              <a:t>Invoice</a:t>
            </a:r>
            <a:endParaRPr sz="1800">
              <a:solidFill>
                <a:srgbClr val="000000"/>
              </a:solidFill>
              <a:latin typeface="Arial"/>
              <a:ea typeface="Arial"/>
              <a:cs typeface="Arial"/>
              <a:sym typeface="Arial"/>
            </a:endParaRPr>
          </a:p>
          <a:p>
            <a:pPr marL="0" marR="0" lvl="0" indent="0" algn="l" rtl="0">
              <a:spcBef>
                <a:spcPts val="0"/>
              </a:spcBef>
              <a:spcAft>
                <a:spcPts val="0"/>
              </a:spcAft>
              <a:buNone/>
            </a:pPr>
            <a:r>
              <a:rPr lang="en-US" sz="1800" b="1">
                <a:solidFill>
                  <a:srgbClr val="800000"/>
                </a:solidFill>
                <a:latin typeface="Arial"/>
                <a:ea typeface="Arial"/>
                <a:cs typeface="Arial"/>
                <a:sym typeface="Arial"/>
              </a:rPr>
              <a:t>WHERE</a:t>
            </a:r>
            <a:r>
              <a:rPr lang="en-US" sz="1800">
                <a:solidFill>
                  <a:srgbClr val="000000"/>
                </a:solidFill>
                <a:latin typeface="Arial"/>
                <a:ea typeface="Arial"/>
                <a:cs typeface="Arial"/>
                <a:sym typeface="Arial"/>
              </a:rPr>
              <a:t> </a:t>
            </a:r>
            <a:r>
              <a:rPr lang="en-US" sz="1800" u="sng">
                <a:solidFill>
                  <a:srgbClr val="000000"/>
                </a:solidFill>
                <a:latin typeface="Arial"/>
                <a:ea typeface="Arial"/>
                <a:cs typeface="Arial"/>
                <a:sym typeface="Arial"/>
              </a:rPr>
              <a:t>CURDATE</a:t>
            </a:r>
            <a:r>
              <a:rPr lang="en-US" sz="1800">
                <a:solidFill>
                  <a:srgbClr val="000000"/>
                </a:solidFill>
                <a:latin typeface="Arial"/>
                <a:ea typeface="Arial"/>
                <a:cs typeface="Arial"/>
                <a:sym typeface="Arial"/>
              </a:rPr>
              <a:t>() = </a:t>
            </a:r>
            <a:r>
              <a:rPr lang="en-US" sz="1800">
                <a:solidFill>
                  <a:srgbClr val="006464"/>
                </a:solidFill>
                <a:latin typeface="Arial"/>
                <a:ea typeface="Arial"/>
                <a:cs typeface="Arial"/>
                <a:sym typeface="Arial"/>
              </a:rPr>
              <a:t>InvoiceDate</a:t>
            </a:r>
            <a:r>
              <a:rPr lang="en-US" sz="1800">
                <a:solidFill>
                  <a:srgbClr val="FF0000"/>
                </a:solidFill>
                <a:latin typeface="Arial"/>
                <a:ea typeface="Arial"/>
                <a:cs typeface="Arial"/>
                <a:sym typeface="Arial"/>
              </a:rPr>
              <a:t>;</a:t>
            </a:r>
            <a:endParaRPr sz="1800">
              <a:solidFill>
                <a:srgbClr val="000000"/>
              </a:solidFill>
              <a:latin typeface="Arial"/>
              <a:ea typeface="Arial"/>
              <a:cs typeface="Arial"/>
              <a:sym typeface="Arial"/>
            </a:endParaRPr>
          </a:p>
        </p:txBody>
      </p:sp>
      <p:sp>
        <p:nvSpPr>
          <p:cNvPr id="253" name="Google Shape;253;p19"/>
          <p:cNvSpPr txBox="1"/>
          <p:nvPr/>
        </p:nvSpPr>
        <p:spPr>
          <a:xfrm>
            <a:off x="575893" y="5223585"/>
            <a:ext cx="8317383" cy="92333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E0E0E"/>
                </a:solidFill>
                <a:latin typeface="Arial"/>
                <a:ea typeface="Arial"/>
                <a:cs typeface="Arial"/>
                <a:sym typeface="Arial"/>
              </a:rPr>
              <a:t>Explanation</a:t>
            </a:r>
            <a:r>
              <a:rPr lang="en-US" sz="1800">
                <a:solidFill>
                  <a:srgbClr val="0E0E0E"/>
                </a:solidFill>
                <a:latin typeface="Arial"/>
                <a:ea typeface="Arial"/>
                <a:cs typeface="Arial"/>
                <a:sym typeface="Arial"/>
              </a:rPr>
              <a:t>: This query shows the InvoiceID and Total of invoices created today, along with the current time. It uses CURTIME() to retrieve the current time and CURDATE() to compare only the date part of the InvoiceDate.</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20"/>
          <p:cNvSpPr txBox="1">
            <a:spLocks noGrp="1"/>
          </p:cNvSpPr>
          <p:nvPr>
            <p:ph type="title"/>
          </p:nvPr>
        </p:nvSpPr>
        <p:spPr>
          <a:xfrm>
            <a:off x="575894" y="729658"/>
            <a:ext cx="11029616" cy="627194"/>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rgbClr val="3F3F3F"/>
              </a:buClr>
              <a:buSzPts val="2800"/>
              <a:buFont typeface="Franklin Gothic"/>
              <a:buNone/>
            </a:pPr>
            <a:r>
              <a:rPr lang="en-US"/>
              <a:t>NOW(): </a:t>
            </a:r>
            <a:r>
              <a:rPr lang="en-US" b="1">
                <a:solidFill>
                  <a:srgbClr val="0E0E0E"/>
                </a:solidFill>
                <a:latin typeface="Arial"/>
                <a:ea typeface="Arial"/>
                <a:cs typeface="Arial"/>
                <a:sym typeface="Arial"/>
              </a:rPr>
              <a:t>RETRIEVES THE CURRENT DATE AND TIME</a:t>
            </a:r>
            <a:endParaRPr/>
          </a:p>
        </p:txBody>
      </p:sp>
      <p:sp>
        <p:nvSpPr>
          <p:cNvPr id="259" name="Google Shape;259;p20"/>
          <p:cNvSpPr txBox="1">
            <a:spLocks noGrp="1"/>
          </p:cNvSpPr>
          <p:nvPr>
            <p:ph type="sldNum" idx="12"/>
          </p:nvPr>
        </p:nvSpPr>
        <p:spPr>
          <a:xfrm>
            <a:off x="10558300" y="6423914"/>
            <a:ext cx="105251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a:t>
            </a:fld>
            <a:endParaRPr/>
          </a:p>
        </p:txBody>
      </p:sp>
      <p:sp>
        <p:nvSpPr>
          <p:cNvPr id="260" name="Google Shape;260;p20"/>
          <p:cNvSpPr txBox="1"/>
          <p:nvPr/>
        </p:nvSpPr>
        <p:spPr>
          <a:xfrm>
            <a:off x="575894" y="1786144"/>
            <a:ext cx="6098458" cy="147732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rgbClr val="0E0E0E"/>
                </a:solidFill>
                <a:latin typeface="Arial"/>
                <a:ea typeface="Arial"/>
                <a:cs typeface="Arial"/>
                <a:sym typeface="Arial"/>
              </a:rPr>
              <a:t>The NOW() function returns the current date and time in the format YYYY-MM-DD HH:MM:SS. It’s useful when you need to log timestamps or compare data based on both date and time.</a:t>
            </a:r>
            <a:endParaRPr/>
          </a:p>
          <a:p>
            <a:pPr marL="0" marR="0" lvl="0" indent="0" algn="l" rtl="0">
              <a:spcBef>
                <a:spcPts val="0"/>
              </a:spcBef>
              <a:spcAft>
                <a:spcPts val="0"/>
              </a:spcAft>
              <a:buNone/>
            </a:pPr>
            <a:endParaRPr sz="1800">
              <a:solidFill>
                <a:srgbClr val="0E0E0E"/>
              </a:solidFill>
              <a:latin typeface="Arial"/>
              <a:ea typeface="Arial"/>
              <a:cs typeface="Arial"/>
              <a:sym typeface="Arial"/>
            </a:endParaRPr>
          </a:p>
          <a:p>
            <a:pPr marL="0" marR="0" lvl="0" indent="0" algn="l" rtl="0">
              <a:spcBef>
                <a:spcPts val="0"/>
              </a:spcBef>
              <a:spcAft>
                <a:spcPts val="0"/>
              </a:spcAft>
              <a:buNone/>
            </a:pPr>
            <a:r>
              <a:rPr lang="en-US" sz="1800" b="1">
                <a:solidFill>
                  <a:srgbClr val="0E0E0E"/>
                </a:solidFill>
                <a:latin typeface="Arial"/>
                <a:ea typeface="Arial"/>
                <a:cs typeface="Arial"/>
                <a:sym typeface="Arial"/>
              </a:rPr>
              <a:t>Example: Retrieve all invoices created in the last hour</a:t>
            </a:r>
            <a:endParaRPr sz="1800">
              <a:solidFill>
                <a:srgbClr val="0E0E0E"/>
              </a:solidFill>
              <a:latin typeface="Arial"/>
              <a:ea typeface="Arial"/>
              <a:cs typeface="Arial"/>
              <a:sym typeface="Arial"/>
            </a:endParaRPr>
          </a:p>
        </p:txBody>
      </p:sp>
      <p:sp>
        <p:nvSpPr>
          <p:cNvPr id="261" name="Google Shape;261;p20"/>
          <p:cNvSpPr txBox="1"/>
          <p:nvPr/>
        </p:nvSpPr>
        <p:spPr>
          <a:xfrm>
            <a:off x="575894" y="3594529"/>
            <a:ext cx="6577074" cy="923330"/>
          </a:xfrm>
          <a:prstGeom prst="rect">
            <a:avLst/>
          </a:prstGeom>
          <a:solidFill>
            <a:srgbClr val="F2F2F2"/>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800000"/>
                </a:solidFill>
                <a:latin typeface="Arial"/>
                <a:ea typeface="Arial"/>
                <a:cs typeface="Arial"/>
                <a:sym typeface="Arial"/>
              </a:rPr>
              <a:t>SELECT</a:t>
            </a:r>
            <a:r>
              <a:rPr lang="en-US" sz="1800">
                <a:solidFill>
                  <a:srgbClr val="000000"/>
                </a:solidFill>
                <a:latin typeface="Arial"/>
                <a:ea typeface="Arial"/>
                <a:cs typeface="Arial"/>
                <a:sym typeface="Arial"/>
              </a:rPr>
              <a:t> </a:t>
            </a:r>
            <a:r>
              <a:rPr lang="en-US" sz="1800">
                <a:solidFill>
                  <a:srgbClr val="006464"/>
                </a:solidFill>
                <a:latin typeface="Arial"/>
                <a:ea typeface="Arial"/>
                <a:cs typeface="Arial"/>
                <a:sym typeface="Arial"/>
              </a:rPr>
              <a:t>InvoiceID</a:t>
            </a:r>
            <a:r>
              <a:rPr lang="en-US" sz="1800">
                <a:solidFill>
                  <a:srgbClr val="000000"/>
                </a:solidFill>
                <a:latin typeface="Arial"/>
                <a:ea typeface="Arial"/>
                <a:cs typeface="Arial"/>
                <a:sym typeface="Arial"/>
              </a:rPr>
              <a:t>, </a:t>
            </a:r>
            <a:r>
              <a:rPr lang="en-US" sz="1800">
                <a:solidFill>
                  <a:srgbClr val="006464"/>
                </a:solidFill>
                <a:latin typeface="Arial"/>
                <a:ea typeface="Arial"/>
                <a:cs typeface="Arial"/>
                <a:sym typeface="Arial"/>
              </a:rPr>
              <a:t>Total</a:t>
            </a:r>
            <a:r>
              <a:rPr lang="en-US" sz="1800">
                <a:solidFill>
                  <a:srgbClr val="000000"/>
                </a:solidFill>
                <a:latin typeface="Arial"/>
                <a:ea typeface="Arial"/>
                <a:cs typeface="Arial"/>
                <a:sym typeface="Arial"/>
              </a:rPr>
              <a:t>, </a:t>
            </a:r>
            <a:r>
              <a:rPr lang="en-US" sz="1800">
                <a:solidFill>
                  <a:srgbClr val="006464"/>
                </a:solidFill>
                <a:latin typeface="Arial"/>
                <a:ea typeface="Arial"/>
                <a:cs typeface="Arial"/>
                <a:sym typeface="Arial"/>
              </a:rPr>
              <a:t>InvoiceDate</a:t>
            </a:r>
            <a:endParaRPr sz="1800">
              <a:solidFill>
                <a:srgbClr val="000000"/>
              </a:solidFill>
              <a:latin typeface="Arial"/>
              <a:ea typeface="Arial"/>
              <a:cs typeface="Arial"/>
              <a:sym typeface="Arial"/>
            </a:endParaRPr>
          </a:p>
          <a:p>
            <a:pPr marL="0" marR="0" lvl="0" indent="0" algn="l" rtl="0">
              <a:spcBef>
                <a:spcPts val="0"/>
              </a:spcBef>
              <a:spcAft>
                <a:spcPts val="0"/>
              </a:spcAft>
              <a:buNone/>
            </a:pPr>
            <a:r>
              <a:rPr lang="en-US" sz="1800" b="1">
                <a:solidFill>
                  <a:srgbClr val="800000"/>
                </a:solidFill>
                <a:latin typeface="Arial"/>
                <a:ea typeface="Arial"/>
                <a:cs typeface="Arial"/>
                <a:sym typeface="Arial"/>
              </a:rPr>
              <a:t>FROM</a:t>
            </a:r>
            <a:r>
              <a:rPr lang="en-US" sz="1800">
                <a:solidFill>
                  <a:srgbClr val="000000"/>
                </a:solidFill>
                <a:latin typeface="Arial"/>
                <a:ea typeface="Arial"/>
                <a:cs typeface="Arial"/>
                <a:sym typeface="Arial"/>
              </a:rPr>
              <a:t> </a:t>
            </a:r>
            <a:r>
              <a:rPr lang="en-US" sz="1800">
                <a:solidFill>
                  <a:srgbClr val="8E00C6"/>
                </a:solidFill>
                <a:latin typeface="Arial"/>
                <a:ea typeface="Arial"/>
                <a:cs typeface="Arial"/>
                <a:sym typeface="Arial"/>
              </a:rPr>
              <a:t>Invoice</a:t>
            </a:r>
            <a:endParaRPr sz="1800">
              <a:solidFill>
                <a:srgbClr val="000000"/>
              </a:solidFill>
              <a:latin typeface="Arial"/>
              <a:ea typeface="Arial"/>
              <a:cs typeface="Arial"/>
              <a:sym typeface="Arial"/>
            </a:endParaRPr>
          </a:p>
          <a:p>
            <a:pPr marL="0" marR="0" lvl="0" indent="0" algn="l" rtl="0">
              <a:spcBef>
                <a:spcPts val="0"/>
              </a:spcBef>
              <a:spcAft>
                <a:spcPts val="0"/>
              </a:spcAft>
              <a:buNone/>
            </a:pPr>
            <a:r>
              <a:rPr lang="en-US" sz="1800" b="1">
                <a:solidFill>
                  <a:srgbClr val="800000"/>
                </a:solidFill>
                <a:latin typeface="Arial"/>
                <a:ea typeface="Arial"/>
                <a:cs typeface="Arial"/>
                <a:sym typeface="Arial"/>
              </a:rPr>
              <a:t>WHERE</a:t>
            </a:r>
            <a:r>
              <a:rPr lang="en-US" sz="1800">
                <a:solidFill>
                  <a:srgbClr val="000000"/>
                </a:solidFill>
                <a:latin typeface="Arial"/>
                <a:ea typeface="Arial"/>
                <a:cs typeface="Arial"/>
                <a:sym typeface="Arial"/>
              </a:rPr>
              <a:t> </a:t>
            </a:r>
            <a:r>
              <a:rPr lang="en-US" sz="1800">
                <a:solidFill>
                  <a:srgbClr val="006464"/>
                </a:solidFill>
                <a:latin typeface="Arial"/>
                <a:ea typeface="Arial"/>
                <a:cs typeface="Arial"/>
                <a:sym typeface="Arial"/>
              </a:rPr>
              <a:t>InvoiceDate</a:t>
            </a:r>
            <a:r>
              <a:rPr lang="en-US" sz="1800">
                <a:solidFill>
                  <a:srgbClr val="000000"/>
                </a:solidFill>
                <a:latin typeface="Arial"/>
                <a:ea typeface="Arial"/>
                <a:cs typeface="Arial"/>
                <a:sym typeface="Arial"/>
              </a:rPr>
              <a:t> &gt;= NOW() - </a:t>
            </a:r>
            <a:r>
              <a:rPr lang="en-US" sz="1800" b="1">
                <a:solidFill>
                  <a:srgbClr val="800000"/>
                </a:solidFill>
                <a:latin typeface="Arial"/>
                <a:ea typeface="Arial"/>
                <a:cs typeface="Arial"/>
                <a:sym typeface="Arial"/>
              </a:rPr>
              <a:t>INTERVAL</a:t>
            </a:r>
            <a:r>
              <a:rPr lang="en-US" sz="1800">
                <a:solidFill>
                  <a:srgbClr val="000000"/>
                </a:solidFill>
                <a:latin typeface="Arial"/>
                <a:ea typeface="Arial"/>
                <a:cs typeface="Arial"/>
                <a:sym typeface="Arial"/>
              </a:rPr>
              <a:t> </a:t>
            </a:r>
            <a:r>
              <a:rPr lang="en-US" sz="1800">
                <a:solidFill>
                  <a:srgbClr val="0000FF"/>
                </a:solidFill>
                <a:latin typeface="Arial"/>
                <a:ea typeface="Arial"/>
                <a:cs typeface="Arial"/>
                <a:sym typeface="Arial"/>
              </a:rPr>
              <a:t>1</a:t>
            </a:r>
            <a:r>
              <a:rPr lang="en-US" sz="1800">
                <a:solidFill>
                  <a:srgbClr val="000000"/>
                </a:solidFill>
                <a:latin typeface="Arial"/>
                <a:ea typeface="Arial"/>
                <a:cs typeface="Arial"/>
                <a:sym typeface="Arial"/>
              </a:rPr>
              <a:t> </a:t>
            </a:r>
            <a:r>
              <a:rPr lang="en-US" sz="1800" b="1">
                <a:solidFill>
                  <a:srgbClr val="800000"/>
                </a:solidFill>
                <a:latin typeface="Arial"/>
                <a:ea typeface="Arial"/>
                <a:cs typeface="Arial"/>
                <a:sym typeface="Arial"/>
              </a:rPr>
              <a:t>HOUR</a:t>
            </a:r>
            <a:r>
              <a:rPr lang="en-US" sz="1800">
                <a:solidFill>
                  <a:srgbClr val="FF0000"/>
                </a:solidFill>
                <a:latin typeface="Arial"/>
                <a:ea typeface="Arial"/>
                <a:cs typeface="Arial"/>
                <a:sym typeface="Arial"/>
              </a:rPr>
              <a:t>;</a:t>
            </a:r>
            <a:endParaRPr sz="1800">
              <a:solidFill>
                <a:srgbClr val="000000"/>
              </a:solidFill>
              <a:latin typeface="Arial"/>
              <a:ea typeface="Arial"/>
              <a:cs typeface="Arial"/>
              <a:sym typeface="Arial"/>
            </a:endParaRPr>
          </a:p>
        </p:txBody>
      </p:sp>
      <p:sp>
        <p:nvSpPr>
          <p:cNvPr id="262" name="Google Shape;262;p20"/>
          <p:cNvSpPr txBox="1"/>
          <p:nvPr/>
        </p:nvSpPr>
        <p:spPr>
          <a:xfrm>
            <a:off x="575893" y="4848916"/>
            <a:ext cx="6577073" cy="120032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E0E0E"/>
                </a:solidFill>
                <a:latin typeface="Arial"/>
                <a:ea typeface="Arial"/>
                <a:cs typeface="Arial"/>
                <a:sym typeface="Arial"/>
              </a:rPr>
              <a:t>Explanation</a:t>
            </a:r>
            <a:r>
              <a:rPr lang="en-US" sz="1800">
                <a:solidFill>
                  <a:srgbClr val="0E0E0E"/>
                </a:solidFill>
                <a:latin typeface="Arial"/>
                <a:ea typeface="Arial"/>
                <a:cs typeface="Arial"/>
                <a:sym typeface="Arial"/>
              </a:rPr>
              <a:t>: This query retrieves all invoices created in the last hour. It uses the NOW() function to get the current date and time and compares it with the InvoiceDate column to filter invoices created within the last hour.</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p21"/>
          <p:cNvSpPr txBox="1">
            <a:spLocks noGrp="1"/>
          </p:cNvSpPr>
          <p:nvPr>
            <p:ph type="title"/>
          </p:nvPr>
        </p:nvSpPr>
        <p:spPr>
          <a:xfrm>
            <a:off x="575894" y="729658"/>
            <a:ext cx="11029616" cy="627194"/>
          </a:xfrm>
          <a:prstGeom prst="rect">
            <a:avLst/>
          </a:prstGeom>
          <a:noFill/>
          <a:ln>
            <a:noFill/>
          </a:ln>
        </p:spPr>
        <p:txBody>
          <a:bodyPr spcFirstLastPara="1" wrap="square" lIns="91425" tIns="45700" rIns="91425" bIns="45700" anchor="b" anchorCtr="0">
            <a:normAutofit fontScale="90000"/>
          </a:bodyPr>
          <a:lstStyle/>
          <a:p>
            <a:pPr marL="0" lvl="0" indent="0" algn="l" rtl="0">
              <a:lnSpc>
                <a:spcPct val="100000"/>
              </a:lnSpc>
              <a:spcBef>
                <a:spcPts val="0"/>
              </a:spcBef>
              <a:spcAft>
                <a:spcPts val="0"/>
              </a:spcAft>
              <a:buClr>
                <a:srgbClr val="3F3F3F"/>
              </a:buClr>
              <a:buSzPts val="2800"/>
              <a:buFont typeface="Franklin Gothic"/>
              <a:buNone/>
            </a:pPr>
            <a:r>
              <a:rPr lang="en-US"/>
              <a:t>DATEDIFF(): </a:t>
            </a:r>
            <a:r>
              <a:rPr lang="en-US" b="1">
                <a:solidFill>
                  <a:srgbClr val="0E0E0E"/>
                </a:solidFill>
                <a:latin typeface="Arial"/>
                <a:ea typeface="Arial"/>
                <a:cs typeface="Arial"/>
                <a:sym typeface="Arial"/>
              </a:rPr>
              <a:t>CALCULATES THE DIFFERENCE BETWEEN TWO DATES</a:t>
            </a:r>
            <a:endParaRPr/>
          </a:p>
        </p:txBody>
      </p:sp>
      <p:sp>
        <p:nvSpPr>
          <p:cNvPr id="268" name="Google Shape;268;p21"/>
          <p:cNvSpPr txBox="1">
            <a:spLocks noGrp="1"/>
          </p:cNvSpPr>
          <p:nvPr>
            <p:ph type="sldNum" idx="12"/>
          </p:nvPr>
        </p:nvSpPr>
        <p:spPr>
          <a:xfrm>
            <a:off x="10558300" y="6423914"/>
            <a:ext cx="105251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14</a:t>
            </a:fld>
            <a:endParaRPr/>
          </a:p>
        </p:txBody>
      </p:sp>
      <p:sp>
        <p:nvSpPr>
          <p:cNvPr id="269" name="Google Shape;269;p21"/>
          <p:cNvSpPr txBox="1"/>
          <p:nvPr/>
        </p:nvSpPr>
        <p:spPr>
          <a:xfrm>
            <a:off x="575894" y="1786144"/>
            <a:ext cx="6739306" cy="203132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rgbClr val="0E0E0E"/>
                </a:solidFill>
                <a:latin typeface="Arial"/>
                <a:ea typeface="Arial"/>
                <a:cs typeface="Arial"/>
                <a:sym typeface="Arial"/>
              </a:rPr>
              <a:t>The DATEDIFF() function returns the difference in days between two dates. It’s commonly used to calculate time intervals, such as how long a customer has been a VIP or the number of days since an invoice was issued.</a:t>
            </a:r>
            <a:endParaRPr/>
          </a:p>
          <a:p>
            <a:pPr marL="0" marR="0" lvl="0" indent="0" algn="l" rtl="0">
              <a:spcBef>
                <a:spcPts val="0"/>
              </a:spcBef>
              <a:spcAft>
                <a:spcPts val="0"/>
              </a:spcAft>
              <a:buNone/>
            </a:pPr>
            <a:endParaRPr sz="1800">
              <a:solidFill>
                <a:srgbClr val="0E0E0E"/>
              </a:solidFill>
              <a:latin typeface="Arial"/>
              <a:ea typeface="Arial"/>
              <a:cs typeface="Arial"/>
              <a:sym typeface="Arial"/>
            </a:endParaRPr>
          </a:p>
          <a:p>
            <a:pPr marL="0" marR="0" lvl="0" indent="0" algn="l" rtl="0">
              <a:spcBef>
                <a:spcPts val="0"/>
              </a:spcBef>
              <a:spcAft>
                <a:spcPts val="0"/>
              </a:spcAft>
              <a:buNone/>
            </a:pPr>
            <a:r>
              <a:rPr lang="en-US" sz="1800" b="1">
                <a:solidFill>
                  <a:srgbClr val="0E0E0E"/>
                </a:solidFill>
                <a:latin typeface="Arial"/>
                <a:ea typeface="Arial"/>
                <a:cs typeface="Arial"/>
                <a:sym typeface="Arial"/>
              </a:rPr>
              <a:t>Example: Calculate how many days have passed since each customer joined</a:t>
            </a:r>
            <a:endParaRPr sz="1800">
              <a:solidFill>
                <a:srgbClr val="0E0E0E"/>
              </a:solidFill>
              <a:latin typeface="Arial"/>
              <a:ea typeface="Arial"/>
              <a:cs typeface="Arial"/>
              <a:sym typeface="Arial"/>
            </a:endParaRPr>
          </a:p>
        </p:txBody>
      </p:sp>
      <p:sp>
        <p:nvSpPr>
          <p:cNvPr id="270" name="Google Shape;270;p21"/>
          <p:cNvSpPr txBox="1"/>
          <p:nvPr/>
        </p:nvSpPr>
        <p:spPr>
          <a:xfrm>
            <a:off x="575894" y="3984452"/>
            <a:ext cx="6532829" cy="923330"/>
          </a:xfrm>
          <a:prstGeom prst="rect">
            <a:avLst/>
          </a:prstGeom>
          <a:solidFill>
            <a:srgbClr val="F2F2F2"/>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800000"/>
                </a:solidFill>
                <a:latin typeface="Arial"/>
                <a:ea typeface="Arial"/>
                <a:cs typeface="Arial"/>
                <a:sym typeface="Arial"/>
              </a:rPr>
              <a:t>SELECT</a:t>
            </a:r>
            <a:r>
              <a:rPr lang="en-US" sz="1800">
                <a:solidFill>
                  <a:srgbClr val="000000"/>
                </a:solidFill>
                <a:latin typeface="Arial"/>
                <a:ea typeface="Arial"/>
                <a:cs typeface="Arial"/>
                <a:sym typeface="Arial"/>
              </a:rPr>
              <a:t> </a:t>
            </a:r>
            <a:r>
              <a:rPr lang="en-US" sz="1800">
                <a:solidFill>
                  <a:srgbClr val="006464"/>
                </a:solidFill>
                <a:latin typeface="Arial"/>
                <a:ea typeface="Arial"/>
                <a:cs typeface="Arial"/>
                <a:sym typeface="Arial"/>
              </a:rPr>
              <a:t>CustomerID</a:t>
            </a:r>
            <a:r>
              <a:rPr lang="en-US" sz="1800">
                <a:solidFill>
                  <a:srgbClr val="000000"/>
                </a:solidFill>
                <a:latin typeface="Arial"/>
                <a:ea typeface="Arial"/>
                <a:cs typeface="Arial"/>
                <a:sym typeface="Arial"/>
              </a:rPr>
              <a:t>, </a:t>
            </a:r>
            <a:r>
              <a:rPr lang="en-US" sz="1800" b="1" i="1" u="sng">
                <a:solidFill>
                  <a:srgbClr val="FF3737"/>
                </a:solidFill>
                <a:latin typeface="Arial"/>
                <a:ea typeface="Arial"/>
                <a:cs typeface="Arial"/>
                <a:sym typeface="Arial"/>
              </a:rPr>
              <a:t>FirstName</a:t>
            </a:r>
            <a:r>
              <a:rPr lang="en-US" sz="1800">
                <a:solidFill>
                  <a:srgbClr val="000000"/>
                </a:solidFill>
                <a:latin typeface="Arial"/>
                <a:ea typeface="Arial"/>
                <a:cs typeface="Arial"/>
                <a:sym typeface="Arial"/>
              </a:rPr>
              <a:t>, </a:t>
            </a:r>
            <a:r>
              <a:rPr lang="en-US" sz="1800" b="1" i="1" u="sng">
                <a:solidFill>
                  <a:srgbClr val="FF3737"/>
                </a:solidFill>
                <a:latin typeface="Arial"/>
                <a:ea typeface="Arial"/>
                <a:cs typeface="Arial"/>
                <a:sym typeface="Arial"/>
              </a:rPr>
              <a:t>LastName</a:t>
            </a:r>
            <a:r>
              <a:rPr lang="en-US" sz="1800">
                <a:solidFill>
                  <a:srgbClr val="000000"/>
                </a:solidFill>
                <a:latin typeface="Arial"/>
                <a:ea typeface="Arial"/>
                <a:cs typeface="Arial"/>
                <a:sym typeface="Arial"/>
              </a:rPr>
              <a:t>, DATEDIFF(NOW(), </a:t>
            </a:r>
            <a:r>
              <a:rPr lang="en-US" sz="1800" b="1" i="1" u="sng">
                <a:solidFill>
                  <a:srgbClr val="FF3737"/>
                </a:solidFill>
                <a:latin typeface="Arial"/>
                <a:ea typeface="Arial"/>
                <a:cs typeface="Arial"/>
                <a:sym typeface="Arial"/>
              </a:rPr>
              <a:t>JoinDate</a:t>
            </a:r>
            <a:r>
              <a:rPr lang="en-US" sz="1800">
                <a:solidFill>
                  <a:srgbClr val="000000"/>
                </a:solidFill>
                <a:latin typeface="Arial"/>
                <a:ea typeface="Arial"/>
                <a:cs typeface="Arial"/>
                <a:sym typeface="Arial"/>
              </a:rPr>
              <a:t>) </a:t>
            </a:r>
            <a:r>
              <a:rPr lang="en-US" sz="1800" b="1">
                <a:solidFill>
                  <a:srgbClr val="800000"/>
                </a:solidFill>
                <a:latin typeface="Arial"/>
                <a:ea typeface="Arial"/>
                <a:cs typeface="Arial"/>
                <a:sym typeface="Arial"/>
              </a:rPr>
              <a:t>AS</a:t>
            </a:r>
            <a:r>
              <a:rPr lang="en-US" sz="1800">
                <a:solidFill>
                  <a:srgbClr val="000000"/>
                </a:solidFill>
                <a:latin typeface="Arial"/>
                <a:ea typeface="Arial"/>
                <a:cs typeface="Arial"/>
                <a:sym typeface="Arial"/>
              </a:rPr>
              <a:t> </a:t>
            </a:r>
            <a:r>
              <a:rPr lang="en-US" sz="1800" i="1">
                <a:solidFill>
                  <a:srgbClr val="006464"/>
                </a:solidFill>
                <a:latin typeface="Arial"/>
                <a:ea typeface="Arial"/>
                <a:cs typeface="Arial"/>
                <a:sym typeface="Arial"/>
              </a:rPr>
              <a:t>DaysSinceJoined</a:t>
            </a:r>
            <a:endParaRPr sz="1800">
              <a:solidFill>
                <a:srgbClr val="000000"/>
              </a:solidFill>
              <a:latin typeface="Arial"/>
              <a:ea typeface="Arial"/>
              <a:cs typeface="Arial"/>
              <a:sym typeface="Arial"/>
            </a:endParaRPr>
          </a:p>
          <a:p>
            <a:pPr marL="0" marR="0" lvl="0" indent="0" algn="l" rtl="0">
              <a:spcBef>
                <a:spcPts val="0"/>
              </a:spcBef>
              <a:spcAft>
                <a:spcPts val="0"/>
              </a:spcAft>
              <a:buNone/>
            </a:pPr>
            <a:r>
              <a:rPr lang="en-US" sz="1800" b="1">
                <a:solidFill>
                  <a:srgbClr val="800000"/>
                </a:solidFill>
                <a:latin typeface="Arial"/>
                <a:ea typeface="Arial"/>
                <a:cs typeface="Arial"/>
                <a:sym typeface="Arial"/>
              </a:rPr>
              <a:t>FROM</a:t>
            </a:r>
            <a:r>
              <a:rPr lang="en-US" sz="1800">
                <a:solidFill>
                  <a:srgbClr val="000000"/>
                </a:solidFill>
                <a:latin typeface="Arial"/>
                <a:ea typeface="Arial"/>
                <a:cs typeface="Arial"/>
                <a:sym typeface="Arial"/>
              </a:rPr>
              <a:t> </a:t>
            </a:r>
            <a:r>
              <a:rPr lang="en-US" sz="1800">
                <a:solidFill>
                  <a:srgbClr val="8E00C6"/>
                </a:solidFill>
                <a:latin typeface="Arial"/>
                <a:ea typeface="Arial"/>
                <a:cs typeface="Arial"/>
                <a:sym typeface="Arial"/>
              </a:rPr>
              <a:t>VIPCustomer</a:t>
            </a:r>
            <a:r>
              <a:rPr lang="en-US" sz="1800">
                <a:solidFill>
                  <a:srgbClr val="FF0000"/>
                </a:solidFill>
                <a:latin typeface="Arial"/>
                <a:ea typeface="Arial"/>
                <a:cs typeface="Arial"/>
                <a:sym typeface="Arial"/>
              </a:rPr>
              <a:t>;</a:t>
            </a:r>
            <a:endParaRPr sz="1800">
              <a:solidFill>
                <a:srgbClr val="000000"/>
              </a:solidFill>
              <a:latin typeface="Arial"/>
              <a:ea typeface="Arial"/>
              <a:cs typeface="Arial"/>
              <a:sym typeface="Arial"/>
            </a:endParaRPr>
          </a:p>
        </p:txBody>
      </p:sp>
      <p:sp>
        <p:nvSpPr>
          <p:cNvPr id="271" name="Google Shape;271;p21"/>
          <p:cNvSpPr txBox="1"/>
          <p:nvPr/>
        </p:nvSpPr>
        <p:spPr>
          <a:xfrm>
            <a:off x="575894" y="5074766"/>
            <a:ext cx="6098458" cy="92333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E0E0E"/>
                </a:solidFill>
                <a:latin typeface="Arial"/>
                <a:ea typeface="Arial"/>
                <a:cs typeface="Arial"/>
                <a:sym typeface="Arial"/>
              </a:rPr>
              <a:t>Explanation</a:t>
            </a:r>
            <a:r>
              <a:rPr lang="en-US" sz="1800">
                <a:solidFill>
                  <a:srgbClr val="0E0E0E"/>
                </a:solidFill>
                <a:latin typeface="Arial"/>
                <a:ea typeface="Arial"/>
                <a:cs typeface="Arial"/>
                <a:sym typeface="Arial"/>
              </a:rPr>
              <a:t>: This query calculates the number of days since each customer joined the VIP program by subtracting the JoinDate from the current date and time (NOW()).</a:t>
            </a:r>
            <a:endParaRPr/>
          </a:p>
        </p:txBody>
      </p:sp>
      <p:sp>
        <p:nvSpPr>
          <p:cNvPr id="272" name="Google Shape;272;p21"/>
          <p:cNvSpPr txBox="1"/>
          <p:nvPr/>
        </p:nvSpPr>
        <p:spPr>
          <a:xfrm>
            <a:off x="7468123" y="1787733"/>
            <a:ext cx="4147983" cy="64633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E0E0E"/>
                </a:solidFill>
                <a:latin typeface="Arial"/>
                <a:ea typeface="Arial"/>
                <a:cs typeface="Arial"/>
                <a:sym typeface="Arial"/>
              </a:rPr>
              <a:t>Example 2: Find overdue invoices (overdue by more than 30 days)</a:t>
            </a:r>
            <a:endParaRPr sz="1800">
              <a:solidFill>
                <a:srgbClr val="0E0E0E"/>
              </a:solidFill>
              <a:latin typeface="Arial"/>
              <a:ea typeface="Arial"/>
              <a:cs typeface="Arial"/>
              <a:sym typeface="Arial"/>
            </a:endParaRPr>
          </a:p>
        </p:txBody>
      </p:sp>
      <p:sp>
        <p:nvSpPr>
          <p:cNvPr id="273" name="Google Shape;273;p21"/>
          <p:cNvSpPr txBox="1"/>
          <p:nvPr/>
        </p:nvSpPr>
        <p:spPr>
          <a:xfrm>
            <a:off x="7562236" y="2840636"/>
            <a:ext cx="4053869" cy="2031325"/>
          </a:xfrm>
          <a:prstGeom prst="rect">
            <a:avLst/>
          </a:prstGeom>
          <a:solidFill>
            <a:srgbClr val="F2F2F2"/>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800000"/>
                </a:solidFill>
                <a:latin typeface="Arial"/>
                <a:ea typeface="Arial"/>
                <a:cs typeface="Arial"/>
                <a:sym typeface="Arial"/>
              </a:rPr>
              <a:t>SELECT</a:t>
            </a:r>
            <a:r>
              <a:rPr lang="en-US" sz="1800">
                <a:solidFill>
                  <a:srgbClr val="000000"/>
                </a:solidFill>
                <a:latin typeface="Arial"/>
                <a:ea typeface="Arial"/>
                <a:cs typeface="Arial"/>
                <a:sym typeface="Arial"/>
              </a:rPr>
              <a:t> </a:t>
            </a:r>
            <a:r>
              <a:rPr lang="en-US" sz="1800">
                <a:solidFill>
                  <a:srgbClr val="006464"/>
                </a:solidFill>
                <a:latin typeface="Arial"/>
                <a:ea typeface="Arial"/>
                <a:cs typeface="Arial"/>
                <a:sym typeface="Arial"/>
              </a:rPr>
              <a:t>InvoiceID</a:t>
            </a:r>
            <a:r>
              <a:rPr lang="en-US" sz="1800">
                <a:solidFill>
                  <a:srgbClr val="000000"/>
                </a:solidFill>
                <a:latin typeface="Arial"/>
                <a:ea typeface="Arial"/>
                <a:cs typeface="Arial"/>
                <a:sym typeface="Arial"/>
              </a:rPr>
              <a:t>, </a:t>
            </a:r>
            <a:r>
              <a:rPr lang="en-US" sz="1800">
                <a:solidFill>
                  <a:srgbClr val="006464"/>
                </a:solidFill>
                <a:latin typeface="Arial"/>
                <a:ea typeface="Arial"/>
                <a:cs typeface="Arial"/>
                <a:sym typeface="Arial"/>
              </a:rPr>
              <a:t>CustomerID</a:t>
            </a:r>
            <a:r>
              <a:rPr lang="en-US" sz="1800">
                <a:solidFill>
                  <a:srgbClr val="000000"/>
                </a:solidFill>
                <a:latin typeface="Arial"/>
                <a:ea typeface="Arial"/>
                <a:cs typeface="Arial"/>
                <a:sym typeface="Arial"/>
              </a:rPr>
              <a:t>, </a:t>
            </a:r>
            <a:r>
              <a:rPr lang="en-US" sz="1800">
                <a:solidFill>
                  <a:srgbClr val="006464"/>
                </a:solidFill>
                <a:latin typeface="Arial"/>
                <a:ea typeface="Arial"/>
                <a:cs typeface="Arial"/>
                <a:sym typeface="Arial"/>
              </a:rPr>
              <a:t>Total</a:t>
            </a:r>
            <a:r>
              <a:rPr lang="en-US" sz="1800">
                <a:solidFill>
                  <a:srgbClr val="000000"/>
                </a:solidFill>
                <a:latin typeface="Arial"/>
                <a:ea typeface="Arial"/>
                <a:cs typeface="Arial"/>
                <a:sym typeface="Arial"/>
              </a:rPr>
              <a:t>, DATEDIFF(NOW(), </a:t>
            </a:r>
            <a:r>
              <a:rPr lang="en-US" sz="1800">
                <a:solidFill>
                  <a:srgbClr val="006464"/>
                </a:solidFill>
                <a:latin typeface="Arial"/>
                <a:ea typeface="Arial"/>
                <a:cs typeface="Arial"/>
                <a:sym typeface="Arial"/>
              </a:rPr>
              <a:t>InvoiceDate</a:t>
            </a:r>
            <a:r>
              <a:rPr lang="en-US" sz="1800">
                <a:solidFill>
                  <a:srgbClr val="000000"/>
                </a:solidFill>
                <a:latin typeface="Arial"/>
                <a:ea typeface="Arial"/>
                <a:cs typeface="Arial"/>
                <a:sym typeface="Arial"/>
              </a:rPr>
              <a:t>) </a:t>
            </a:r>
            <a:r>
              <a:rPr lang="en-US" sz="1800" b="1">
                <a:solidFill>
                  <a:srgbClr val="800000"/>
                </a:solidFill>
                <a:latin typeface="Arial"/>
                <a:ea typeface="Arial"/>
                <a:cs typeface="Arial"/>
                <a:sym typeface="Arial"/>
              </a:rPr>
              <a:t>AS</a:t>
            </a:r>
            <a:r>
              <a:rPr lang="en-US" sz="1800">
                <a:solidFill>
                  <a:srgbClr val="000000"/>
                </a:solidFill>
                <a:latin typeface="Arial"/>
                <a:ea typeface="Arial"/>
                <a:cs typeface="Arial"/>
                <a:sym typeface="Arial"/>
              </a:rPr>
              <a:t> </a:t>
            </a:r>
            <a:r>
              <a:rPr lang="en-US" sz="1800" i="1">
                <a:solidFill>
                  <a:srgbClr val="006464"/>
                </a:solidFill>
                <a:latin typeface="Arial"/>
                <a:ea typeface="Arial"/>
                <a:cs typeface="Arial"/>
                <a:sym typeface="Arial"/>
              </a:rPr>
              <a:t>DaysOverdue</a:t>
            </a:r>
            <a:endParaRPr sz="1800">
              <a:solidFill>
                <a:srgbClr val="000000"/>
              </a:solidFill>
              <a:latin typeface="Arial"/>
              <a:ea typeface="Arial"/>
              <a:cs typeface="Arial"/>
              <a:sym typeface="Arial"/>
            </a:endParaRPr>
          </a:p>
          <a:p>
            <a:pPr marL="0" marR="0" lvl="0" indent="0" algn="l" rtl="0">
              <a:spcBef>
                <a:spcPts val="0"/>
              </a:spcBef>
              <a:spcAft>
                <a:spcPts val="0"/>
              </a:spcAft>
              <a:buNone/>
            </a:pPr>
            <a:r>
              <a:rPr lang="en-US" sz="1800" b="1">
                <a:solidFill>
                  <a:srgbClr val="800000"/>
                </a:solidFill>
                <a:latin typeface="Arial"/>
                <a:ea typeface="Arial"/>
                <a:cs typeface="Arial"/>
                <a:sym typeface="Arial"/>
              </a:rPr>
              <a:t>FROM</a:t>
            </a:r>
            <a:r>
              <a:rPr lang="en-US" sz="1800">
                <a:solidFill>
                  <a:srgbClr val="000000"/>
                </a:solidFill>
                <a:latin typeface="Arial"/>
                <a:ea typeface="Arial"/>
                <a:cs typeface="Arial"/>
                <a:sym typeface="Arial"/>
              </a:rPr>
              <a:t> </a:t>
            </a:r>
            <a:r>
              <a:rPr lang="en-US" sz="1800">
                <a:solidFill>
                  <a:srgbClr val="8E00C6"/>
                </a:solidFill>
                <a:latin typeface="Arial"/>
                <a:ea typeface="Arial"/>
                <a:cs typeface="Arial"/>
                <a:sym typeface="Arial"/>
              </a:rPr>
              <a:t>Invoice</a:t>
            </a:r>
            <a:endParaRPr sz="1800">
              <a:solidFill>
                <a:srgbClr val="000000"/>
              </a:solidFill>
              <a:latin typeface="Arial"/>
              <a:ea typeface="Arial"/>
              <a:cs typeface="Arial"/>
              <a:sym typeface="Arial"/>
            </a:endParaRPr>
          </a:p>
          <a:p>
            <a:pPr marL="0" marR="0" lvl="0" indent="0" algn="l" rtl="0">
              <a:spcBef>
                <a:spcPts val="0"/>
              </a:spcBef>
              <a:spcAft>
                <a:spcPts val="0"/>
              </a:spcAft>
              <a:buNone/>
            </a:pPr>
            <a:r>
              <a:rPr lang="en-US" sz="1800" b="1">
                <a:solidFill>
                  <a:srgbClr val="800000"/>
                </a:solidFill>
                <a:latin typeface="Arial"/>
                <a:ea typeface="Arial"/>
                <a:cs typeface="Arial"/>
                <a:sym typeface="Arial"/>
              </a:rPr>
              <a:t>WHERE</a:t>
            </a:r>
            <a:r>
              <a:rPr lang="en-US" sz="1800">
                <a:solidFill>
                  <a:srgbClr val="000000"/>
                </a:solidFill>
                <a:latin typeface="Arial"/>
                <a:ea typeface="Arial"/>
                <a:cs typeface="Arial"/>
                <a:sym typeface="Arial"/>
              </a:rPr>
              <a:t> DATEDIFF(NOW(), </a:t>
            </a:r>
            <a:r>
              <a:rPr lang="en-US" sz="1800">
                <a:solidFill>
                  <a:srgbClr val="006464"/>
                </a:solidFill>
                <a:latin typeface="Arial"/>
                <a:ea typeface="Arial"/>
                <a:cs typeface="Arial"/>
                <a:sym typeface="Arial"/>
              </a:rPr>
              <a:t>InvoiceDate</a:t>
            </a:r>
            <a:r>
              <a:rPr lang="en-US" sz="1800">
                <a:solidFill>
                  <a:srgbClr val="000000"/>
                </a:solidFill>
                <a:latin typeface="Arial"/>
                <a:ea typeface="Arial"/>
                <a:cs typeface="Arial"/>
                <a:sym typeface="Arial"/>
              </a:rPr>
              <a:t>) &gt; </a:t>
            </a:r>
            <a:r>
              <a:rPr lang="en-US" sz="1800">
                <a:solidFill>
                  <a:srgbClr val="0000FF"/>
                </a:solidFill>
                <a:latin typeface="Arial"/>
                <a:ea typeface="Arial"/>
                <a:cs typeface="Arial"/>
                <a:sym typeface="Arial"/>
              </a:rPr>
              <a:t>30</a:t>
            </a:r>
            <a:r>
              <a:rPr lang="en-US" sz="1800">
                <a:solidFill>
                  <a:srgbClr val="FF0000"/>
                </a:solidFill>
                <a:latin typeface="Arial"/>
                <a:ea typeface="Arial"/>
                <a:cs typeface="Arial"/>
                <a:sym typeface="Arial"/>
              </a:rPr>
              <a:t>;</a:t>
            </a:r>
            <a:endParaRPr sz="1800">
              <a:solidFill>
                <a:srgbClr val="000000"/>
              </a:solidFill>
              <a:latin typeface="Arial"/>
              <a:ea typeface="Arial"/>
              <a:cs typeface="Arial"/>
              <a:sym typeface="Arial"/>
            </a:endParaRPr>
          </a:p>
        </p:txBody>
      </p:sp>
      <p:sp>
        <p:nvSpPr>
          <p:cNvPr id="274" name="Google Shape;274;p21"/>
          <p:cNvSpPr txBox="1"/>
          <p:nvPr/>
        </p:nvSpPr>
        <p:spPr>
          <a:xfrm>
            <a:off x="6745451" y="5074765"/>
            <a:ext cx="5127001" cy="120032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E0E0E"/>
                </a:solidFill>
                <a:latin typeface="Arial"/>
                <a:ea typeface="Arial"/>
                <a:cs typeface="Arial"/>
                <a:sym typeface="Arial"/>
              </a:rPr>
              <a:t>Explanation</a:t>
            </a:r>
            <a:r>
              <a:rPr lang="en-US" sz="1800">
                <a:solidFill>
                  <a:srgbClr val="0E0E0E"/>
                </a:solidFill>
                <a:latin typeface="Arial"/>
                <a:ea typeface="Arial"/>
                <a:cs typeface="Arial"/>
                <a:sym typeface="Arial"/>
              </a:rPr>
              <a:t>: This query identifies invoices that are overdue by more than 30 days by calculating the difference between the current date (NOW()) and the InvoiceDate.</a:t>
            </a:r>
            <a:endParaRPr/>
          </a:p>
        </p:txBody>
      </p:sp>
    </p:spTree>
  </p:cSld>
  <p:clrMapOvr>
    <a:masterClrMapping/>
  </p:clrMapOvr>
</p:sld>
</file>

<file path=ppt/theme/theme1.xml><?xml version="1.0" encoding="utf-8"?>
<a:theme xmlns:a="http://schemas.openxmlformats.org/drawingml/2006/main" name="DividendVTI">
  <a:themeElements>
    <a:clrScheme name="Blue II">
      <a:dk1>
        <a:srgbClr val="000000"/>
      </a:dk1>
      <a:lt1>
        <a:srgbClr val="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118</TotalTime>
  <Words>1201</Words>
  <Application>Microsoft Office PowerPoint</Application>
  <PresentationFormat>Widescreen</PresentationFormat>
  <Paragraphs>171</Paragraphs>
  <Slides>14</Slides>
  <Notes>14</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Noto Sans Symbols</vt:lpstr>
      <vt:lpstr>Arial</vt:lpstr>
      <vt:lpstr>Franklin Gothic</vt:lpstr>
      <vt:lpstr>Calibri</vt:lpstr>
      <vt:lpstr>Libre Franklin</vt:lpstr>
      <vt:lpstr>DividendVTI</vt:lpstr>
      <vt:lpstr>SQL Functions</vt:lpstr>
      <vt:lpstr>SQL REVIEW</vt:lpstr>
      <vt:lpstr>FUNCTIONS IN SQL </vt:lpstr>
      <vt:lpstr>NUMERIC FUNCTIONS</vt:lpstr>
      <vt:lpstr>COMBINING FUNCTIONS:</vt:lpstr>
      <vt:lpstr>STRING FUNCTIONS</vt:lpstr>
      <vt:lpstr>STRING FUNCTION EXAMPLES: CONCAT(), LOWER()</vt:lpstr>
      <vt:lpstr>STRING FUNCTION EXAMPLES: TRIM() AND SUBSTRING()</vt:lpstr>
      <vt:lpstr>COMBINING STRING FUNCTIONS</vt:lpstr>
      <vt:lpstr>LIKE</vt:lpstr>
      <vt:lpstr>DATE/TIME FUNCTIONS</vt:lpstr>
      <vt:lpstr>CURTIME(): RETRIEVES THE CURRENT TIME</vt:lpstr>
      <vt:lpstr>NOW(): RETRIEVES THE CURRENT DATE AND TIME</vt:lpstr>
      <vt:lpstr>DATEDIFF(): CALCULATES THE DIFFERENCE BETWEEN TWO DATES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Scott Toborg</dc:creator>
  <cp:lastModifiedBy>Jake Rhodes</cp:lastModifiedBy>
  <cp:revision>6</cp:revision>
  <dcterms:created xsi:type="dcterms:W3CDTF">2023-08-21T23:41:59Z</dcterms:created>
  <dcterms:modified xsi:type="dcterms:W3CDTF">2026-02-19T21:06:27Z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